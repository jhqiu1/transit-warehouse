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2" r:id="rId3"/>
    <p:sldMasterId id="2147483657" r:id="rId4"/>
  </p:sldMasterIdLst>
  <p:notesMasterIdLst>
    <p:notesMasterId r:id="rId15"/>
  </p:notesMasterIdLst>
  <p:handoutMasterIdLst>
    <p:handoutMasterId r:id="rId16"/>
  </p:handoutMasterIdLst>
  <p:sldIdLst>
    <p:sldId id="270" r:id="rId5"/>
    <p:sldId id="365" r:id="rId6"/>
    <p:sldId id="278" r:id="rId7"/>
    <p:sldId id="370" r:id="rId8"/>
    <p:sldId id="385" r:id="rId9"/>
    <p:sldId id="386" r:id="rId10"/>
    <p:sldId id="390" r:id="rId11"/>
    <p:sldId id="391" r:id="rId12"/>
    <p:sldId id="388" r:id="rId13"/>
    <p:sldId id="384"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样式" id="{B00BD93A-9DFE-3E45-8B07-67465DC8C0AA}">
          <p14:sldIdLst>
            <p14:sldId id="270"/>
            <p14:sldId id="365"/>
          </p14:sldIdLst>
        </p14:section>
        <p14:section name="文字类" id="{F5E5C214-5E1E-8E4E-8522-6C5D1915F2A6}">
          <p14:sldIdLst>
            <p14:sldId id="278"/>
            <p14:sldId id="370"/>
            <p14:sldId id="385"/>
            <p14:sldId id="386"/>
            <p14:sldId id="390"/>
            <p14:sldId id="391"/>
            <p14:sldId id="388"/>
            <p14:sldId id="384"/>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6495" initials="1"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CDE2"/>
    <a:srgbClr val="D9D9D9"/>
    <a:srgbClr val="898989"/>
    <a:srgbClr val="687078"/>
    <a:srgbClr val="0028AA"/>
    <a:srgbClr val="E7E8F1"/>
    <a:srgbClr val="DDE1E6"/>
    <a:srgbClr val="4D5358"/>
    <a:srgbClr val="C1C7CE"/>
    <a:srgbClr val="A2AB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596"/>
    <p:restoredTop sz="94577"/>
  </p:normalViewPr>
  <p:slideViewPr>
    <p:cSldViewPr snapToGrid="0" snapToObjects="1">
      <p:cViewPr varScale="1">
        <p:scale>
          <a:sx n="64" d="100"/>
          <a:sy n="64" d="100"/>
        </p:scale>
        <p:origin x="1032" y="52"/>
      </p:cViewPr>
      <p:guideLst/>
    </p:cSldViewPr>
  </p:slideViewPr>
  <p:notesTextViewPr>
    <p:cViewPr>
      <p:scale>
        <a:sx n="1" d="1"/>
        <a:sy n="1" d="1"/>
      </p:scale>
      <p:origin x="0" y="0"/>
    </p:cViewPr>
  </p:notesTextViewPr>
  <p:notesViewPr>
    <p:cSldViewPr snapToGrid="0" snapToObjects="1">
      <p:cViewPr varScale="1">
        <p:scale>
          <a:sx n="94" d="100"/>
          <a:sy n="94" d="100"/>
        </p:scale>
        <p:origin x="2544" y="18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0" Type="http://schemas.openxmlformats.org/officeDocument/2006/relationships/commentAuthors" Target="commentAuthors.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0AE2A4-3A5F-D44C-8749-38595FE1915B}" type="datetimeFigureOut">
              <a:rPr/>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4FB34AD-E5B2-F846-B80C-B21053E131EC}" type="slidenum">
              <a:rPr/>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787234-ACD8-3740-9169-42DE7927158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77179F-941D-9A4D-8E89-A31506259D6C}"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样式一">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1460500"/>
            <a:ext cx="12192000" cy="5397500"/>
          </a:xfrm>
          <a:prstGeom prst="rect">
            <a:avLst/>
          </a:prstGeom>
        </p:spPr>
      </p:pic>
      <p:sp>
        <p:nvSpPr>
          <p:cNvPr id="2" name="标题 1"/>
          <p:cNvSpPr>
            <a:spLocks noGrp="1"/>
          </p:cNvSpPr>
          <p:nvPr>
            <p:ph type="ctrTitle" hasCustomPrompt="1"/>
          </p:nvPr>
        </p:nvSpPr>
        <p:spPr>
          <a:xfrm>
            <a:off x="544000" y="2885246"/>
            <a:ext cx="6460649" cy="843321"/>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3" name="副标题 2"/>
          <p:cNvSpPr>
            <a:spLocks noGrp="1"/>
          </p:cNvSpPr>
          <p:nvPr>
            <p:ph type="subTitle" idx="1" hasCustomPrompt="1"/>
          </p:nvPr>
        </p:nvSpPr>
        <p:spPr>
          <a:xfrm>
            <a:off x="544000" y="3755027"/>
            <a:ext cx="4838700" cy="672328"/>
          </a:xfrm>
        </p:spPr>
        <p:txBody>
          <a:bodyPr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单击此处编辑副标题样式</a:t>
            </a:r>
            <a:endParaRPr kumimoji="1" lang="zh-CN" altLang="en-US" dirty="0"/>
          </a:p>
        </p:txBody>
      </p:sp>
      <p:sp>
        <p:nvSpPr>
          <p:cNvPr id="4" name="日期占位符 3"/>
          <p:cNvSpPr>
            <a:spLocks noGrp="1"/>
          </p:cNvSpPr>
          <p:nvPr>
            <p:ph type="dt" sz="half" idx="10"/>
          </p:nvPr>
        </p:nvSpPr>
        <p:spPr>
          <a:xfrm>
            <a:off x="544000" y="5994260"/>
            <a:ext cx="1423345"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3"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4"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12" name="页脚占位符 4"/>
          <p:cNvSpPr>
            <a:spLocks noGrp="1"/>
          </p:cNvSpPr>
          <p:nvPr>
            <p:ph type="ftr" sz="quarter" idx="3"/>
          </p:nvPr>
        </p:nvSpPr>
        <p:spPr>
          <a:xfrm>
            <a:off x="2080846"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浅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544000" y="2885246"/>
            <a:ext cx="6460649" cy="843321"/>
          </a:xfrm>
        </p:spPr>
        <p:txBody>
          <a:bodyPr anchor="t">
            <a:noAutofit/>
          </a:bodyPr>
          <a:lstStyle>
            <a:lvl1pPr algn="l">
              <a:lnSpc>
                <a:spcPct val="100000"/>
              </a:lnSpc>
              <a:defRPr sz="3200">
                <a:solidFill>
                  <a:srgbClr val="0028AA"/>
                </a:solidFill>
              </a:defRPr>
            </a:lvl1pPr>
          </a:lstStyle>
          <a:p>
            <a:r>
              <a:rPr kumimoji="1" lang="zh-CN" altLang="en-US" dirty="0"/>
              <a:t>单击此处编辑标题样式</a:t>
            </a:r>
            <a:endParaRPr kumimoji="1" lang="zh-CN" altLang="en-US" dirty="0"/>
          </a:p>
        </p:txBody>
      </p:sp>
      <p:sp>
        <p:nvSpPr>
          <p:cNvPr id="3" name="副标题 2"/>
          <p:cNvSpPr>
            <a:spLocks noGrp="1"/>
          </p:cNvSpPr>
          <p:nvPr>
            <p:ph type="subTitle" idx="1" hasCustomPrompt="1"/>
          </p:nvPr>
        </p:nvSpPr>
        <p:spPr>
          <a:xfrm>
            <a:off x="544000" y="3755027"/>
            <a:ext cx="4838700" cy="672328"/>
          </a:xfrm>
        </p:spPr>
        <p:txBody>
          <a:bodyPr anchor="t"/>
          <a:lstStyle>
            <a:lvl1pPr marL="0" indent="0" algn="l">
              <a:buNone/>
              <a:defRPr sz="2400">
                <a:solidFill>
                  <a:srgbClr val="0028AA"/>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单击此处编辑副标题样式</a:t>
            </a:r>
            <a:endParaRPr kumimoji="1" lang="zh-CN" altLang="en-US" dirty="0"/>
          </a:p>
        </p:txBody>
      </p:sp>
      <p:sp>
        <p:nvSpPr>
          <p:cNvPr id="4" name="日期占位符 3"/>
          <p:cNvSpPr>
            <a:spLocks noGrp="1"/>
          </p:cNvSpPr>
          <p:nvPr>
            <p:ph type="dt" sz="half" idx="10"/>
          </p:nvPr>
        </p:nvSpPr>
        <p:spPr>
          <a:xfrm>
            <a:off x="544000" y="5994260"/>
            <a:ext cx="1423345" cy="365125"/>
          </a:xfrm>
        </p:spPr>
        <p:txBody>
          <a:bodyPr/>
          <a:lstStyle>
            <a:lvl1pPr>
              <a:defRPr sz="1400">
                <a:solidFill>
                  <a:srgbClr val="0028AA"/>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4"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13"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深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544000" y="2885246"/>
            <a:ext cx="6460649" cy="843321"/>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3" name="副标题 2"/>
          <p:cNvSpPr>
            <a:spLocks noGrp="1"/>
          </p:cNvSpPr>
          <p:nvPr>
            <p:ph type="subTitle" idx="1" hasCustomPrompt="1"/>
          </p:nvPr>
        </p:nvSpPr>
        <p:spPr>
          <a:xfrm>
            <a:off x="544000" y="3755027"/>
            <a:ext cx="4838700" cy="672328"/>
          </a:xfrm>
        </p:spPr>
        <p:txBody>
          <a:bodyPr anchor="t"/>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单击此处编辑副标题样式</a:t>
            </a:r>
            <a:endParaRPr kumimoji="1" lang="zh-CN" altLang="en-US" dirty="0"/>
          </a:p>
        </p:txBody>
      </p:sp>
      <p:sp>
        <p:nvSpPr>
          <p:cNvPr id="4" name="日期占位符 3"/>
          <p:cNvSpPr>
            <a:spLocks noGrp="1"/>
          </p:cNvSpPr>
          <p:nvPr>
            <p:ph type="dt" sz="half" idx="10"/>
          </p:nvPr>
        </p:nvSpPr>
        <p:spPr>
          <a:xfrm>
            <a:off x="544000" y="5994260"/>
            <a:ext cx="1381782"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4"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12" name="页脚占位符 4"/>
          <p:cNvSpPr>
            <a:spLocks noGrp="1"/>
          </p:cNvSpPr>
          <p:nvPr>
            <p:ph type="ftr" sz="quarter" idx="3"/>
          </p:nvPr>
        </p:nvSpPr>
        <p:spPr>
          <a:xfrm>
            <a:off x="2016369" y="6005982"/>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两行标题-浅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608291"/>
            <a:ext cx="5122509" cy="1102254"/>
          </a:xfrm>
        </p:spPr>
        <p:txBody>
          <a:bodyPr anchor="t">
            <a:noAutofit/>
          </a:bodyPr>
          <a:lstStyle>
            <a:lvl1pPr algn="l">
              <a:lnSpc>
                <a:spcPct val="100000"/>
              </a:lnSpc>
              <a:defRPr sz="3200">
                <a:solidFill>
                  <a:srgbClr val="0028AA"/>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rgbClr val="0028AA"/>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两行标题-深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608291"/>
            <a:ext cx="5122509" cy="1102254"/>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封面-单行标题-浅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843826"/>
            <a:ext cx="5122509" cy="658909"/>
          </a:xfrm>
        </p:spPr>
        <p:txBody>
          <a:bodyPr anchor="t">
            <a:noAutofit/>
          </a:bodyPr>
          <a:lstStyle>
            <a:lvl1pPr algn="l">
              <a:lnSpc>
                <a:spcPct val="100000"/>
              </a:lnSpc>
              <a:defRPr sz="3200">
                <a:solidFill>
                  <a:srgbClr val="0028AA"/>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rgbClr val="0028AA"/>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单行标题-深色底图">
    <p:spTree>
      <p:nvGrpSpPr>
        <p:cNvPr id="1" name=""/>
        <p:cNvGrpSpPr/>
        <p:nvPr/>
      </p:nvGrpSpPr>
      <p:grpSpPr>
        <a:xfrm>
          <a:off x="0" y="0"/>
          <a:ext cx="0" cy="0"/>
          <a:chOff x="0" y="0"/>
          <a:chExt cx="0" cy="0"/>
        </a:xfrm>
      </p:grpSpPr>
      <p:sp>
        <p:nvSpPr>
          <p:cNvPr id="11" name="图片占位符 10"/>
          <p:cNvSpPr>
            <a:spLocks noGrp="1"/>
          </p:cNvSpPr>
          <p:nvPr>
            <p:ph type="pic" sz="quarter" idx="13"/>
          </p:nvPr>
        </p:nvSpPr>
        <p:spPr>
          <a:xfrm>
            <a:off x="0" y="1451295"/>
            <a:ext cx="12192000" cy="5406704"/>
          </a:xfrm>
        </p:spPr>
        <p:txBody>
          <a:bodyPr/>
          <a:lstStyle/>
          <a:p>
            <a:endParaRPr kumimoji="1" lang="zh-CN" altLang="en-US" dirty="0"/>
          </a:p>
        </p:txBody>
      </p:sp>
      <p:sp>
        <p:nvSpPr>
          <p:cNvPr id="2" name="标题 1"/>
          <p:cNvSpPr>
            <a:spLocks noGrp="1"/>
          </p:cNvSpPr>
          <p:nvPr>
            <p:ph type="ctrTitle" hasCustomPrompt="1"/>
          </p:nvPr>
        </p:nvSpPr>
        <p:spPr>
          <a:xfrm>
            <a:off x="2054146" y="3843826"/>
            <a:ext cx="5122509" cy="658909"/>
          </a:xfrm>
        </p:spPr>
        <p:txBody>
          <a:bodyPr anchor="t">
            <a:noAutofit/>
          </a:bodyPr>
          <a:lstStyle>
            <a:lvl1pPr algn="l">
              <a:lnSpc>
                <a:spcPct val="100000"/>
              </a:lnSpc>
              <a:defRPr sz="3200">
                <a:solidFill>
                  <a:schemeClr val="bg1"/>
                </a:solidFill>
              </a:defRPr>
            </a:lvl1pPr>
          </a:lstStyle>
          <a:p>
            <a:r>
              <a:rPr kumimoji="1" lang="zh-CN" altLang="en-US" dirty="0"/>
              <a:t>单击此处编辑标题样式</a:t>
            </a:r>
            <a:endParaRPr kumimoji="1" lang="zh-CN" altLang="en-US" dirty="0"/>
          </a:p>
        </p:txBody>
      </p:sp>
      <p:sp>
        <p:nvSpPr>
          <p:cNvPr id="4" name="日期占位符 3"/>
          <p:cNvSpPr>
            <a:spLocks noGrp="1"/>
          </p:cNvSpPr>
          <p:nvPr>
            <p:ph type="dt" sz="half" idx="10"/>
          </p:nvPr>
        </p:nvSpPr>
        <p:spPr>
          <a:xfrm>
            <a:off x="544000" y="5994260"/>
            <a:ext cx="1510146" cy="365125"/>
          </a:xfrm>
        </p:spPr>
        <p:txBody>
          <a:bodyPr/>
          <a:lstStyle>
            <a:lvl1pPr>
              <a:defRPr sz="1400">
                <a:solidFill>
                  <a:schemeClr val="bg1"/>
                </a:solidFill>
              </a:defRPr>
            </a:lvl1pPr>
          </a:lstStyle>
          <a:p>
            <a:fld id="{6263CDAC-DA33-D443-8159-7943A4B08635}" type="datetime1">
              <a:rPr kumimoji="1" lang="zh-CN" altLang="en-US" smtClean="0"/>
            </a:fld>
            <a:endParaRPr kumimoji="1" lang="zh-CN" altLang="en-US" dirty="0"/>
          </a:p>
        </p:txBody>
      </p:sp>
      <p:pic>
        <p:nvPicPr>
          <p:cNvPr id="10" name="图片 9"/>
          <p:cNvPicPr>
            <a:picLocks noChangeAspect="1"/>
          </p:cNvPicPr>
          <p:nvPr userDrawn="1"/>
        </p:nvPicPr>
        <p:blipFill>
          <a:blip r:embed="rId2" cstate="screen"/>
          <a:stretch>
            <a:fillRect/>
          </a:stretch>
        </p:blipFill>
        <p:spPr>
          <a:xfrm>
            <a:off x="636712" y="570212"/>
            <a:ext cx="3105897" cy="306000"/>
          </a:xfrm>
          <a:prstGeom prst="rect">
            <a:avLst/>
          </a:prstGeom>
        </p:spPr>
      </p:pic>
      <p:sp>
        <p:nvSpPr>
          <p:cNvPr id="9" name="文本框 11"/>
          <p:cNvSpPr txBox="1"/>
          <p:nvPr userDrawn="1"/>
        </p:nvSpPr>
        <p:spPr>
          <a:xfrm>
            <a:off x="10306481" y="531411"/>
            <a:ext cx="139974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200" dirty="0">
                <a:solidFill>
                  <a:srgbClr val="A1A9B1"/>
                </a:solidFill>
              </a:rPr>
              <a:t>创 </a:t>
            </a:r>
            <a:r>
              <a:rPr kumimoji="1" lang="en-US" altLang="zh-CN" sz="1200" dirty="0">
                <a:solidFill>
                  <a:srgbClr val="A1A9B1"/>
                </a:solidFill>
              </a:rPr>
              <a:t>· </a:t>
            </a:r>
            <a:r>
              <a:rPr kumimoji="1" lang="zh-CN" altLang="en-US" sz="1200" dirty="0">
                <a:solidFill>
                  <a:srgbClr val="A1A9B1"/>
                </a:solidFill>
              </a:rPr>
              <a:t>智能电动时代</a:t>
            </a:r>
            <a:endParaRPr kumimoji="1" lang="zh-CN" altLang="en-US" sz="1200" dirty="0">
              <a:solidFill>
                <a:srgbClr val="A1A9B1"/>
              </a:solidFill>
            </a:endParaRPr>
          </a:p>
        </p:txBody>
      </p:sp>
      <p:sp>
        <p:nvSpPr>
          <p:cNvPr id="13" name="文本框 12"/>
          <p:cNvSpPr txBox="1"/>
          <p:nvPr userDrawn="1"/>
        </p:nvSpPr>
        <p:spPr>
          <a:xfrm>
            <a:off x="8777576" y="755346"/>
            <a:ext cx="2964273" cy="27699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en-US" altLang="zh-CN" sz="1200" dirty="0">
                <a:solidFill>
                  <a:srgbClr val="A1A9B1"/>
                </a:solidFill>
              </a:rPr>
              <a:t>Create the era of intelligent electrification</a:t>
            </a:r>
            <a:endParaRPr kumimoji="1" lang="zh-CN" altLang="en-US" sz="1200" dirty="0">
              <a:solidFill>
                <a:srgbClr val="A1A9B1"/>
              </a:solidFill>
            </a:endParaRPr>
          </a:p>
        </p:txBody>
      </p:sp>
      <p:sp>
        <p:nvSpPr>
          <p:cNvPr id="8" name="页脚占位符 4"/>
          <p:cNvSpPr>
            <a:spLocks noGrp="1"/>
          </p:cNvSpPr>
          <p:nvPr>
            <p:ph type="ftr" sz="quarter" idx="3"/>
          </p:nvPr>
        </p:nvSpPr>
        <p:spPr>
          <a:xfrm>
            <a:off x="2016369" y="5994259"/>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与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lvl1pPr algn="ctr">
              <a:defRPr/>
            </a:lvl1p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11120437"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两个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2357328"/>
            <a:ext cx="5364000"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文本占位符 6"/>
          <p:cNvSpPr>
            <a:spLocks noGrp="1"/>
          </p:cNvSpPr>
          <p:nvPr>
            <p:ph type="body" sz="quarter" idx="14" hasCustomPrompt="1"/>
          </p:nvPr>
        </p:nvSpPr>
        <p:spPr>
          <a:xfrm>
            <a:off x="6303762" y="2338666"/>
            <a:ext cx="5364000" cy="3213758"/>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标题 1"/>
          <p:cNvSpPr txBox="1"/>
          <p:nvPr userDrawn="1"/>
        </p:nvSpPr>
        <p:spPr>
          <a:xfrm>
            <a:off x="544000"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0" name="标题 1"/>
          <p:cNvSpPr txBox="1"/>
          <p:nvPr userDrawn="1"/>
        </p:nvSpPr>
        <p:spPr>
          <a:xfrm>
            <a:off x="6235674"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1" name="标题 1"/>
          <p:cNvSpPr txBox="1"/>
          <p:nvPr userDrawn="1"/>
        </p:nvSpPr>
        <p:spPr>
          <a:xfrm>
            <a:off x="544000" y="906301"/>
            <a:ext cx="11121422"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1800" b="0" dirty="0"/>
              <a:t>单击此处编辑母版副标题样式</a:t>
            </a:r>
            <a:endParaRPr kumimoji="1" lang="zh-CN" altLang="en-US" sz="1800" b="0" dirty="0"/>
          </a:p>
        </p:txBody>
      </p:sp>
      <p:sp>
        <p:nvSpPr>
          <p:cNvPr id="12"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两个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2357328"/>
            <a:ext cx="3262377"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标题 1"/>
          <p:cNvSpPr txBox="1"/>
          <p:nvPr userDrawn="1"/>
        </p:nvSpPr>
        <p:spPr>
          <a:xfrm>
            <a:off x="544000"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0" name="标题 1"/>
          <p:cNvSpPr txBox="1"/>
          <p:nvPr userDrawn="1"/>
        </p:nvSpPr>
        <p:spPr>
          <a:xfrm>
            <a:off x="4444533"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1" name="标题 1"/>
          <p:cNvSpPr txBox="1"/>
          <p:nvPr userDrawn="1"/>
        </p:nvSpPr>
        <p:spPr>
          <a:xfrm>
            <a:off x="544000" y="906301"/>
            <a:ext cx="11121422"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1800" b="0" dirty="0"/>
              <a:t>单击此处编辑母版副标题样式</a:t>
            </a:r>
            <a:endParaRPr kumimoji="1" lang="zh-CN" altLang="en-US" sz="1800" b="0" dirty="0"/>
          </a:p>
        </p:txBody>
      </p:sp>
      <p:sp>
        <p:nvSpPr>
          <p:cNvPr id="12" name="标题 1"/>
          <p:cNvSpPr txBox="1"/>
          <p:nvPr userDrawn="1"/>
        </p:nvSpPr>
        <p:spPr>
          <a:xfrm>
            <a:off x="8344729" y="1825250"/>
            <a:ext cx="5364000" cy="51341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a:lstStyle>
          <a:p>
            <a:r>
              <a:rPr kumimoji="1" lang="zh-CN" altLang="en-US" sz="2000" dirty="0"/>
              <a:t>单击此处编辑文本标题样式</a:t>
            </a:r>
            <a:endParaRPr kumimoji="1" lang="zh-CN" altLang="en-US" sz="2000" dirty="0"/>
          </a:p>
        </p:txBody>
      </p:sp>
      <p:sp>
        <p:nvSpPr>
          <p:cNvPr id="13" name="文本占位符 6"/>
          <p:cNvSpPr>
            <a:spLocks noGrp="1"/>
          </p:cNvSpPr>
          <p:nvPr>
            <p:ph type="body" sz="quarter" idx="14" hasCustomPrompt="1"/>
          </p:nvPr>
        </p:nvSpPr>
        <p:spPr>
          <a:xfrm>
            <a:off x="4407386" y="2357328"/>
            <a:ext cx="3262377"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14" name="文本占位符 6"/>
          <p:cNvSpPr>
            <a:spLocks noGrp="1"/>
          </p:cNvSpPr>
          <p:nvPr>
            <p:ph type="body" sz="quarter" idx="15" hasCustomPrompt="1"/>
          </p:nvPr>
        </p:nvSpPr>
        <p:spPr>
          <a:xfrm>
            <a:off x="8400888" y="2357328"/>
            <a:ext cx="3262377" cy="3213757"/>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15"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两个内容">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文本占位符 6"/>
          <p:cNvSpPr>
            <a:spLocks noGrp="1"/>
          </p:cNvSpPr>
          <p:nvPr>
            <p:ph type="body" sz="quarter" idx="14" hasCustomPrompt="1"/>
          </p:nvPr>
        </p:nvSpPr>
        <p:spPr>
          <a:xfrm>
            <a:off x="6303762"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与图片">
    <p:spTree>
      <p:nvGrpSpPr>
        <p:cNvPr id="1" name=""/>
        <p:cNvGrpSpPr/>
        <p:nvPr/>
      </p:nvGrpSpPr>
      <p:grpSpPr>
        <a:xfrm>
          <a:off x="0" y="0"/>
          <a:ext cx="0" cy="0"/>
          <a:chOff x="0" y="0"/>
          <a:chExt cx="0" cy="0"/>
        </a:xfrm>
      </p:grpSpPr>
      <p:sp>
        <p:nvSpPr>
          <p:cNvPr id="8" name="图片占位符 7"/>
          <p:cNvSpPr>
            <a:spLocks noGrp="1"/>
          </p:cNvSpPr>
          <p:nvPr>
            <p:ph type="pic" sz="quarter" idx="15"/>
          </p:nvPr>
        </p:nvSpPr>
        <p:spPr>
          <a:xfrm>
            <a:off x="6303963" y="1133475"/>
            <a:ext cx="5360987" cy="4711700"/>
          </a:xfrm>
        </p:spPr>
        <p:txBody>
          <a:bodyPr/>
          <a:lstStyle/>
          <a:p>
            <a:endParaRPr kumimoji="1" lang="zh-CN" altLang="en-US"/>
          </a:p>
        </p:txBody>
      </p:sp>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与视频">
    <p:spTree>
      <p:nvGrpSpPr>
        <p:cNvPr id="1" name=""/>
        <p:cNvGrpSpPr/>
        <p:nvPr/>
      </p:nvGrpSpPr>
      <p:grpSpPr>
        <a:xfrm>
          <a:off x="0" y="0"/>
          <a:ext cx="0" cy="0"/>
          <a:chOff x="0" y="0"/>
          <a:chExt cx="0" cy="0"/>
        </a:xfrm>
      </p:grpSpPr>
      <p:sp>
        <p:nvSpPr>
          <p:cNvPr id="9" name="媒体占位符 8"/>
          <p:cNvSpPr>
            <a:spLocks noGrp="1"/>
          </p:cNvSpPr>
          <p:nvPr>
            <p:ph type="media" sz="quarter" idx="16"/>
          </p:nvPr>
        </p:nvSpPr>
        <p:spPr>
          <a:xfrm>
            <a:off x="6303963" y="1133290"/>
            <a:ext cx="5360987" cy="4711700"/>
          </a:xfrm>
        </p:spPr>
        <p:txBody>
          <a:bodyPr/>
          <a:lstStyle/>
          <a:p>
            <a:endParaRPr kumimoji="1" lang="zh-CN" altLang="en-US"/>
          </a:p>
        </p:txBody>
      </p:sp>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内容与图表">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5364000"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8" name="图表占位符 7"/>
          <p:cNvSpPr>
            <a:spLocks noGrp="1"/>
          </p:cNvSpPr>
          <p:nvPr>
            <p:ph type="chart" sz="quarter" idx="17"/>
          </p:nvPr>
        </p:nvSpPr>
        <p:spPr>
          <a:xfrm>
            <a:off x="6303963" y="1133475"/>
            <a:ext cx="5360987" cy="4711515"/>
          </a:xfrm>
        </p:spPr>
        <p:txBody>
          <a:bodyPr/>
          <a:lstStyle/>
          <a:p>
            <a:endParaRPr kumimoji="1" lang="zh-CN" altLang="en-US"/>
          </a:p>
        </p:txBody>
      </p:sp>
      <p:sp>
        <p:nvSpPr>
          <p:cNvPr id="9"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与表格">
    <p:spTree>
      <p:nvGrpSpPr>
        <p:cNvPr id="1" name=""/>
        <p:cNvGrpSpPr/>
        <p:nvPr/>
      </p:nvGrpSpPr>
      <p:grpSpPr>
        <a:xfrm>
          <a:off x="0" y="0"/>
          <a:ext cx="0" cy="0"/>
          <a:chOff x="0" y="0"/>
          <a:chExt cx="0" cy="0"/>
        </a:xfrm>
      </p:grpSpPr>
      <p:sp>
        <p:nvSpPr>
          <p:cNvPr id="2" name="标题 1"/>
          <p:cNvSpPr>
            <a:spLocks noGrp="1"/>
          </p:cNvSpPr>
          <p:nvPr>
            <p:ph type="title"/>
          </p:nvPr>
        </p:nvSpPr>
        <p:spPr>
          <a:xfrm>
            <a:off x="544000" y="365126"/>
            <a:ext cx="11121422" cy="513416"/>
          </a:xfrm>
        </p:spPr>
        <p:txBody>
          <a:bodyPr/>
          <a:lstStyle/>
          <a:p>
            <a:r>
              <a:rPr kumimoji="1" lang="zh-CN" altLang="en-US" dirty="0"/>
              <a:t>单击此处编辑母版标题样式</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文本占位符 6"/>
          <p:cNvSpPr>
            <a:spLocks noGrp="1"/>
          </p:cNvSpPr>
          <p:nvPr>
            <p:ph type="body" sz="quarter" idx="13" hasCustomPrompt="1"/>
          </p:nvPr>
        </p:nvSpPr>
        <p:spPr>
          <a:xfrm>
            <a:off x="544513" y="1133290"/>
            <a:ext cx="3570287" cy="4711700"/>
          </a:xfrm>
        </p:spPr>
        <p:txBody>
          <a:bodyPr/>
          <a:lstStyle>
            <a:lvl2pPr>
              <a:defRPr sz="1800"/>
            </a:lvl2pPr>
            <a:lvl3pPr>
              <a:defRPr sz="1600"/>
            </a:lvl3pPr>
            <a:lvl4pPr>
              <a:defRPr sz="1400"/>
            </a:lvl4pPr>
            <a:lvl5pPr>
              <a:defRPr sz="1200"/>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sp>
        <p:nvSpPr>
          <p:cNvPr id="9" name="表格占位符 8"/>
          <p:cNvSpPr>
            <a:spLocks noGrp="1"/>
          </p:cNvSpPr>
          <p:nvPr>
            <p:ph type="tbl" sz="quarter" idx="18"/>
          </p:nvPr>
        </p:nvSpPr>
        <p:spPr>
          <a:xfrm>
            <a:off x="4446495" y="1133475"/>
            <a:ext cx="7218456" cy="4711515"/>
          </a:xfrm>
        </p:spPr>
        <p:txBody>
          <a:bodyPr/>
          <a:lstStyle/>
          <a:p>
            <a:endParaRPr kumimoji="1" lang="zh-CN" altLang="en-US"/>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6"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全屏图片">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9808533" y="6392174"/>
            <a:ext cx="1015572" cy="263041"/>
          </a:xfrm>
          <a:prstGeom prst="rect">
            <a:avLst/>
          </a:prstGeom>
        </p:spPr>
        <p:txBody>
          <a:bodyPr/>
          <a:lstStyle/>
          <a:p>
            <a:fld id="{4FD61D64-70CE-E54F-BDF8-B8D614687CF6}" type="datetime1">
              <a:rPr kumimoji="1" lang="zh-CN" altLang="en-US" smtClean="0"/>
            </a:fld>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6" name="图片占位符 5"/>
          <p:cNvSpPr>
            <a:spLocks noGrp="1"/>
          </p:cNvSpPr>
          <p:nvPr>
            <p:ph type="pic" sz="quarter" idx="13"/>
          </p:nvPr>
        </p:nvSpPr>
        <p:spPr>
          <a:xfrm>
            <a:off x="0" y="0"/>
            <a:ext cx="12192000" cy="6858000"/>
          </a:xfrm>
        </p:spPr>
        <p:txBody>
          <a:bodyPr/>
          <a:lstStyle/>
          <a:p>
            <a:endParaRPr kumimoji="1" lang="zh-CN" altLang="en-US"/>
          </a:p>
        </p:txBody>
      </p:sp>
      <p:sp>
        <p:nvSpPr>
          <p:cNvPr id="7"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全屏视频">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9808533" y="6392174"/>
            <a:ext cx="1015572" cy="263041"/>
          </a:xfrm>
          <a:prstGeom prst="rect">
            <a:avLst/>
          </a:prstGeom>
        </p:spPr>
        <p:txBody>
          <a:bodyPr/>
          <a:lstStyle/>
          <a:p>
            <a:fld id="{4FD61D64-70CE-E54F-BDF8-B8D614687CF6}" type="datetime1">
              <a:rPr kumimoji="1" lang="zh-CN" altLang="en-US" smtClean="0"/>
            </a:fld>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媒体占位符 6"/>
          <p:cNvSpPr>
            <a:spLocks noGrp="1"/>
          </p:cNvSpPr>
          <p:nvPr>
            <p:ph type="media" sz="quarter" idx="13"/>
          </p:nvPr>
        </p:nvSpPr>
        <p:spPr>
          <a:xfrm>
            <a:off x="0" y="0"/>
            <a:ext cx="12192000" cy="6858000"/>
          </a:xfrm>
        </p:spPr>
        <p:txBody>
          <a:bodyPr/>
          <a:lstStyle/>
          <a:p>
            <a:endParaRPr kumimoji="1" lang="zh-CN" altLang="en-US"/>
          </a:p>
        </p:txBody>
      </p:sp>
      <p:sp>
        <p:nvSpPr>
          <p:cNvPr id="6"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结束页-中文">
    <p:bg>
      <p:bgPr>
        <a:solidFill>
          <a:schemeClr val="tx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0"/>
            <a:ext cx="12192000" cy="6858000"/>
          </a:xfrm>
          <a:prstGeom prst="rect">
            <a:avLst/>
          </a:prstGeom>
        </p:spPr>
      </p:pic>
      <p:pic>
        <p:nvPicPr>
          <p:cNvPr id="5" name="图片 4"/>
          <p:cNvPicPr>
            <a:picLocks noChangeAspect="1"/>
          </p:cNvPicPr>
          <p:nvPr userDrawn="1"/>
        </p:nvPicPr>
        <p:blipFill>
          <a:blip r:embed="rId3" cstate="screen"/>
          <a:stretch>
            <a:fillRect/>
          </a:stretch>
        </p:blipFill>
        <p:spPr>
          <a:xfrm>
            <a:off x="0" y="0"/>
            <a:ext cx="12192000" cy="6858000"/>
          </a:xfrm>
          <a:prstGeom prst="rect">
            <a:avLst/>
          </a:prstGeom>
        </p:spPr>
      </p:pic>
      <p:pic>
        <p:nvPicPr>
          <p:cNvPr id="8" name="图片 7"/>
          <p:cNvPicPr>
            <a:picLocks noChangeAspect="1"/>
          </p:cNvPicPr>
          <p:nvPr userDrawn="1"/>
        </p:nvPicPr>
        <p:blipFill>
          <a:blip r:embed="rId4" cstate="screen"/>
          <a:stretch>
            <a:fillRect/>
          </a:stretch>
        </p:blipFill>
        <p:spPr>
          <a:xfrm>
            <a:off x="636712" y="570212"/>
            <a:ext cx="3105901" cy="306000"/>
          </a:xfrm>
          <a:prstGeom prst="rect">
            <a:avLst/>
          </a:prstGeom>
        </p:spPr>
      </p:pic>
      <p:sp>
        <p:nvSpPr>
          <p:cNvPr id="13" name="文本框 12"/>
          <p:cNvSpPr txBox="1"/>
          <p:nvPr userDrawn="1"/>
        </p:nvSpPr>
        <p:spPr>
          <a:xfrm>
            <a:off x="636712" y="6005140"/>
            <a:ext cx="4173772" cy="307777"/>
          </a:xfrm>
          <a:prstGeom prst="rect">
            <a:avLst/>
          </a:prstGeom>
          <a:noFill/>
        </p:spPr>
        <p:txBody>
          <a:bodyPr wrap="square" rtlCol="0">
            <a:spAutoFit/>
          </a:bodyPr>
          <a:lstStyle/>
          <a:p>
            <a:r>
              <a:rPr kumimoji="1" lang="en-US" altLang="zh-CN" sz="1400" dirty="0">
                <a:solidFill>
                  <a:schemeClr val="bg1"/>
                </a:solidFill>
              </a:rPr>
              <a:t>www.catl.com</a:t>
            </a:r>
            <a:endParaRPr kumimoji="1" lang="zh-CN" altLang="en-US" sz="1400" dirty="0">
              <a:solidFill>
                <a:schemeClr val="bg1"/>
              </a:solidFill>
            </a:endParaRPr>
          </a:p>
        </p:txBody>
      </p:sp>
      <p:sp>
        <p:nvSpPr>
          <p:cNvPr id="7" name="文本框 6"/>
          <p:cNvSpPr txBox="1"/>
          <p:nvPr userDrawn="1"/>
        </p:nvSpPr>
        <p:spPr>
          <a:xfrm>
            <a:off x="3232240" y="3105834"/>
            <a:ext cx="2082621" cy="646331"/>
          </a:xfrm>
          <a:prstGeom prst="rect">
            <a:avLst/>
          </a:prstGeom>
          <a:noFill/>
        </p:spPr>
        <p:txBody>
          <a:bodyPr wrap="none" rtlCol="0">
            <a:spAutoFit/>
          </a:bodyPr>
          <a:lstStyle/>
          <a:p>
            <a:r>
              <a:rPr kumimoji="1" lang="zh-CN" altLang="en-US" sz="3600" b="1" dirty="0">
                <a:solidFill>
                  <a:schemeClr val="bg1"/>
                </a:solidFill>
              </a:rPr>
              <a:t>感谢聆听</a:t>
            </a:r>
            <a:endParaRPr kumimoji="1" lang="zh-CN" altLang="en-US" sz="3600" b="1" dirty="0">
              <a:solidFill>
                <a:schemeClr val="bg1"/>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英文">
    <p:bg>
      <p:bgPr>
        <a:solidFill>
          <a:schemeClr val="tx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stretch>
            <a:fillRect/>
          </a:stretch>
        </p:blipFill>
        <p:spPr>
          <a:xfrm>
            <a:off x="0" y="0"/>
            <a:ext cx="12192000" cy="6858000"/>
          </a:xfrm>
          <a:prstGeom prst="rect">
            <a:avLst/>
          </a:prstGeom>
        </p:spPr>
      </p:pic>
      <p:pic>
        <p:nvPicPr>
          <p:cNvPr id="5" name="图片 4"/>
          <p:cNvPicPr>
            <a:picLocks noChangeAspect="1"/>
          </p:cNvPicPr>
          <p:nvPr userDrawn="1"/>
        </p:nvPicPr>
        <p:blipFill>
          <a:blip r:embed="rId3" cstate="screen"/>
          <a:stretch>
            <a:fillRect/>
          </a:stretch>
        </p:blipFill>
        <p:spPr>
          <a:xfrm>
            <a:off x="0" y="0"/>
            <a:ext cx="12192000" cy="6858000"/>
          </a:xfrm>
          <a:prstGeom prst="rect">
            <a:avLst/>
          </a:prstGeom>
        </p:spPr>
      </p:pic>
      <p:pic>
        <p:nvPicPr>
          <p:cNvPr id="8" name="图片 7"/>
          <p:cNvPicPr>
            <a:picLocks noChangeAspect="1"/>
          </p:cNvPicPr>
          <p:nvPr userDrawn="1"/>
        </p:nvPicPr>
        <p:blipFill>
          <a:blip r:embed="rId4" cstate="screen"/>
          <a:stretch>
            <a:fillRect/>
          </a:stretch>
        </p:blipFill>
        <p:spPr>
          <a:xfrm>
            <a:off x="636712" y="570212"/>
            <a:ext cx="3105901" cy="306000"/>
          </a:xfrm>
          <a:prstGeom prst="rect">
            <a:avLst/>
          </a:prstGeom>
        </p:spPr>
      </p:pic>
      <p:sp>
        <p:nvSpPr>
          <p:cNvPr id="13" name="文本框 12"/>
          <p:cNvSpPr txBox="1"/>
          <p:nvPr userDrawn="1"/>
        </p:nvSpPr>
        <p:spPr>
          <a:xfrm>
            <a:off x="636712" y="6005140"/>
            <a:ext cx="4173772" cy="307777"/>
          </a:xfrm>
          <a:prstGeom prst="rect">
            <a:avLst/>
          </a:prstGeom>
          <a:noFill/>
        </p:spPr>
        <p:txBody>
          <a:bodyPr wrap="square" rtlCol="0">
            <a:spAutoFit/>
          </a:bodyPr>
          <a:lstStyle/>
          <a:p>
            <a:r>
              <a:rPr kumimoji="1" lang="en-US" altLang="zh-CN" sz="1400" dirty="0">
                <a:solidFill>
                  <a:schemeClr val="bg1"/>
                </a:solidFill>
              </a:rPr>
              <a:t>www.catl.com</a:t>
            </a:r>
            <a:endParaRPr kumimoji="1" lang="zh-CN" altLang="en-US" sz="1400" dirty="0">
              <a:solidFill>
                <a:schemeClr val="bg1"/>
              </a:solidFill>
            </a:endParaRPr>
          </a:p>
        </p:txBody>
      </p:sp>
      <p:sp>
        <p:nvSpPr>
          <p:cNvPr id="7" name="文本框 6"/>
          <p:cNvSpPr txBox="1"/>
          <p:nvPr userDrawn="1"/>
        </p:nvSpPr>
        <p:spPr>
          <a:xfrm>
            <a:off x="3232240" y="3105834"/>
            <a:ext cx="2920671" cy="646331"/>
          </a:xfrm>
          <a:prstGeom prst="rect">
            <a:avLst/>
          </a:prstGeom>
          <a:noFill/>
        </p:spPr>
        <p:txBody>
          <a:bodyPr wrap="none" rtlCol="0">
            <a:spAutoFit/>
          </a:bodyPr>
          <a:lstStyle/>
          <a:p>
            <a:r>
              <a:rPr kumimoji="1" lang="en-US" altLang="zh-CN" sz="3600" b="1" dirty="0">
                <a:solidFill>
                  <a:schemeClr val="bg1"/>
                </a:solidFill>
              </a:rPr>
              <a:t>THANK</a:t>
            </a:r>
            <a:r>
              <a:rPr kumimoji="1" lang="zh-CN" altLang="en-US" sz="3600" b="1" dirty="0">
                <a:solidFill>
                  <a:schemeClr val="bg1"/>
                </a:solidFill>
              </a:rPr>
              <a:t> </a:t>
            </a:r>
            <a:r>
              <a:rPr kumimoji="1" lang="en-US" altLang="zh-CN" sz="3600" b="1" dirty="0">
                <a:solidFill>
                  <a:schemeClr val="bg1"/>
                </a:solidFill>
              </a:rPr>
              <a:t>YOU</a:t>
            </a:r>
            <a:endParaRPr kumimoji="1" lang="zh-CN" altLang="en-US" sz="3600" b="1" dirty="0">
              <a:solidFill>
                <a:schemeClr val="bg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1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
        <p:nvSpPr>
          <p:cNvPr id="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8" Type="http://schemas.openxmlformats.org/officeDocument/2006/relationships/theme" Target="../theme/theme3.xml"/><Relationship Id="rId17" Type="http://schemas.openxmlformats.org/officeDocument/2006/relationships/image" Target="../media/image7.png"/><Relationship Id="rId16" Type="http://schemas.openxmlformats.org/officeDocument/2006/relationships/image" Target="../media/image6.png"/><Relationship Id="rId15" Type="http://schemas.openxmlformats.org/officeDocument/2006/relationships/slideLayout" Target="../slideLayouts/slideLayout22.xml"/><Relationship Id="rId14" Type="http://schemas.openxmlformats.org/officeDocument/2006/relationships/slideLayout" Target="../slideLayouts/slideLayout21.xml"/><Relationship Id="rId13" Type="http://schemas.openxmlformats.org/officeDocument/2006/relationships/slideLayout" Target="../slideLayouts/slideLayout20.xml"/><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44000" y="365125"/>
            <a:ext cx="11121422" cy="713867"/>
          </a:xfrm>
          <a:prstGeom prst="rect">
            <a:avLst/>
          </a:prstGeom>
        </p:spPr>
        <p:txBody>
          <a:bodyPr vert="horz" lIns="91440" tIns="45720" rIns="91440" bIns="45720" rtlCol="0" anchor="t">
            <a:normAutofit/>
          </a:bodyPr>
          <a:lstStyle/>
          <a:p>
            <a:r>
              <a:rPr kumimoji="1" lang="zh-CN" altLang="en-US" dirty="0"/>
              <a:t>单击此处编辑标题样式</a:t>
            </a:r>
            <a:endParaRPr kumimoji="1" lang="zh-CN" altLang="en-US" dirty="0"/>
          </a:p>
        </p:txBody>
      </p:sp>
      <p:sp>
        <p:nvSpPr>
          <p:cNvPr id="3" name="文本占位符 2"/>
          <p:cNvSpPr>
            <a:spLocks noGrp="1"/>
          </p:cNvSpPr>
          <p:nvPr>
            <p:ph type="body" idx="1"/>
          </p:nvPr>
        </p:nvSpPr>
        <p:spPr>
          <a:xfrm>
            <a:off x="544000" y="1344168"/>
            <a:ext cx="11104000" cy="4832795"/>
          </a:xfrm>
          <a:prstGeom prst="rect">
            <a:avLst/>
          </a:prstGeom>
        </p:spPr>
        <p:txBody>
          <a:bodyPr vert="horz" lIns="91440" tIns="45720" rIns="91440" bIns="45720" rtlCol="0">
            <a:normAutofit/>
          </a:bodyPr>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4" name="日期占位符 3"/>
          <p:cNvSpPr>
            <a:spLocks noGrp="1"/>
          </p:cNvSpPr>
          <p:nvPr>
            <p:ph type="dt" sz="half" idx="2"/>
          </p:nvPr>
        </p:nvSpPr>
        <p:spPr>
          <a:xfrm>
            <a:off x="2348696" y="629009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FD61D64-70CE-E54F-BDF8-B8D614687CF6}" type="datetime1">
              <a:rPr kumimoji="1" lang="zh-CN" altLang="en-US" smtClean="0"/>
            </a:fld>
            <a:endParaRPr kumimoji="1" lang="zh-CN" altLang="en-US"/>
          </a:p>
        </p:txBody>
      </p:sp>
      <p:sp>
        <p:nvSpPr>
          <p:cNvPr id="5" name="页脚占位符 4"/>
          <p:cNvSpPr>
            <a:spLocks noGrp="1"/>
          </p:cNvSpPr>
          <p:nvPr>
            <p:ph type="ftr" sz="quarter" idx="3"/>
          </p:nvPr>
        </p:nvSpPr>
        <p:spPr>
          <a:xfrm>
            <a:off x="4038600" y="6290090"/>
            <a:ext cx="4114800" cy="365125"/>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t>*Internal</a:t>
            </a:r>
            <a:r>
              <a:rPr lang="zh-CN" altLang="en-US"/>
              <a:t> 内部</a:t>
            </a:r>
            <a:endParaRPr lang="zh-CN" altLang="en-US" dirty="0"/>
          </a:p>
        </p:txBody>
      </p:sp>
      <p:sp>
        <p:nvSpPr>
          <p:cNvPr id="6" name="幻灯片编号占位符 5"/>
          <p:cNvSpPr>
            <a:spLocks noGrp="1"/>
          </p:cNvSpPr>
          <p:nvPr>
            <p:ph type="sldNum" sz="quarter" idx="4"/>
          </p:nvPr>
        </p:nvSpPr>
        <p:spPr>
          <a:xfrm>
            <a:off x="8904800" y="629009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981757-A667-704E-B799-643DAFF31F8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l" defTabSz="914400" rtl="0" eaLnBrk="1" latinLnBrk="0" hangingPunct="1">
        <a:lnSpc>
          <a:spcPct val="90000"/>
        </a:lnSpc>
        <a:spcBef>
          <a:spcPct val="0"/>
        </a:spcBef>
        <a:buNone/>
        <a:defRPr sz="2800" b="1" kern="1200">
          <a:solidFill>
            <a:srgbClr val="0028A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44000" y="365125"/>
            <a:ext cx="11121422" cy="713867"/>
          </a:xfrm>
          <a:prstGeom prst="rect">
            <a:avLst/>
          </a:prstGeom>
        </p:spPr>
        <p:txBody>
          <a:bodyPr vert="horz" lIns="91440" tIns="45720" rIns="91440" bIns="45720" rtlCol="0" anchor="t">
            <a:normAutofit/>
          </a:bodyPr>
          <a:lstStyle/>
          <a:p>
            <a:r>
              <a:rPr kumimoji="1" lang="zh-CN" altLang="en-US" dirty="0"/>
              <a:t>单击此处编辑标题样式</a:t>
            </a:r>
            <a:endParaRPr kumimoji="1" lang="zh-CN" altLang="en-US" dirty="0"/>
          </a:p>
        </p:txBody>
      </p:sp>
      <p:sp>
        <p:nvSpPr>
          <p:cNvPr id="3" name="文本占位符 2"/>
          <p:cNvSpPr>
            <a:spLocks noGrp="1"/>
          </p:cNvSpPr>
          <p:nvPr>
            <p:ph type="body" idx="1"/>
          </p:nvPr>
        </p:nvSpPr>
        <p:spPr>
          <a:xfrm>
            <a:off x="544000" y="1344168"/>
            <a:ext cx="11104000" cy="4832795"/>
          </a:xfrm>
          <a:prstGeom prst="rect">
            <a:avLst/>
          </a:prstGeom>
        </p:spPr>
        <p:txBody>
          <a:bodyPr vert="horz" lIns="91440" tIns="45720" rIns="91440" bIns="45720" rtlCol="0">
            <a:normAutofit/>
          </a:bodyPr>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4" name="日期占位符 3"/>
          <p:cNvSpPr>
            <a:spLocks noGrp="1"/>
          </p:cNvSpPr>
          <p:nvPr>
            <p:ph type="dt" sz="half" idx="2"/>
          </p:nvPr>
        </p:nvSpPr>
        <p:spPr>
          <a:xfrm>
            <a:off x="2348696" y="629009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FD61D64-70CE-E54F-BDF8-B8D614687CF6}" type="datetime1">
              <a:rPr kumimoji="1" lang="zh-CN" altLang="en-US" smtClean="0"/>
            </a:fld>
            <a:endParaRPr kumimoji="1" lang="zh-CN" altLang="en-US"/>
          </a:p>
        </p:txBody>
      </p:sp>
      <p:sp>
        <p:nvSpPr>
          <p:cNvPr id="5" name="页脚占位符 4"/>
          <p:cNvSpPr>
            <a:spLocks noGrp="1"/>
          </p:cNvSpPr>
          <p:nvPr>
            <p:ph type="ftr" sz="quarter" idx="3"/>
          </p:nvPr>
        </p:nvSpPr>
        <p:spPr>
          <a:xfrm>
            <a:off x="4038600" y="629009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GB" altLang="zh-CN"/>
              <a:t>*Internal</a:t>
            </a:r>
            <a:r>
              <a:rPr lang="zh-CN" altLang="en-US"/>
              <a:t> 内部</a:t>
            </a:r>
            <a:endParaRPr lang="zh-CN" altLang="en-US" dirty="0"/>
          </a:p>
        </p:txBody>
      </p:sp>
      <p:sp>
        <p:nvSpPr>
          <p:cNvPr id="6" name="幻灯片编号占位符 5"/>
          <p:cNvSpPr>
            <a:spLocks noGrp="1"/>
          </p:cNvSpPr>
          <p:nvPr>
            <p:ph type="sldNum" sz="quarter" idx="4"/>
          </p:nvPr>
        </p:nvSpPr>
        <p:spPr>
          <a:xfrm>
            <a:off x="8904800" y="629009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981757-A667-704E-B799-643DAFF31F8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hf hdr="0"/>
  <p:txStyles>
    <p:titleStyle>
      <a:lvl1pPr algn="l" defTabSz="914400" rtl="0" eaLnBrk="1" latinLnBrk="0" hangingPunct="1">
        <a:lnSpc>
          <a:spcPct val="90000"/>
        </a:lnSpc>
        <a:spcBef>
          <a:spcPct val="0"/>
        </a:spcBef>
        <a:buNone/>
        <a:defRPr sz="2800" b="1" kern="1200">
          <a:solidFill>
            <a:srgbClr val="0028A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5" name="图片 34"/>
          <p:cNvPicPr>
            <a:picLocks noChangeAspect="1"/>
          </p:cNvPicPr>
          <p:nvPr userDrawn="1"/>
        </p:nvPicPr>
        <p:blipFill>
          <a:blip r:embed="rId16" cstate="screen"/>
          <a:stretch>
            <a:fillRect/>
          </a:stretch>
        </p:blipFill>
        <p:spPr>
          <a:xfrm>
            <a:off x="0" y="0"/>
            <a:ext cx="12192000" cy="6858000"/>
          </a:xfrm>
          <a:prstGeom prst="rect">
            <a:avLst/>
          </a:prstGeom>
        </p:spPr>
      </p:pic>
      <p:sp>
        <p:nvSpPr>
          <p:cNvPr id="2" name="标题占位符 1"/>
          <p:cNvSpPr>
            <a:spLocks noGrp="1"/>
          </p:cNvSpPr>
          <p:nvPr>
            <p:ph type="title"/>
          </p:nvPr>
        </p:nvSpPr>
        <p:spPr>
          <a:xfrm>
            <a:off x="544000" y="365125"/>
            <a:ext cx="11121422" cy="713867"/>
          </a:xfrm>
          <a:prstGeom prst="rect">
            <a:avLst/>
          </a:prstGeom>
        </p:spPr>
        <p:txBody>
          <a:bodyPr vert="horz" lIns="91440" tIns="45720" rIns="91440" bIns="45720" rtlCol="0" anchor="t">
            <a:normAutofit/>
          </a:bodyPr>
          <a:lstStyle/>
          <a:p>
            <a:r>
              <a:rPr kumimoji="1" lang="zh-CN" altLang="en-US" dirty="0"/>
              <a:t>单击此处编辑标题样式</a:t>
            </a:r>
            <a:endParaRPr kumimoji="1" lang="zh-CN" altLang="en-US" dirty="0"/>
          </a:p>
        </p:txBody>
      </p:sp>
      <p:sp>
        <p:nvSpPr>
          <p:cNvPr id="3" name="文本占位符 2"/>
          <p:cNvSpPr>
            <a:spLocks noGrp="1"/>
          </p:cNvSpPr>
          <p:nvPr>
            <p:ph type="body" idx="1"/>
          </p:nvPr>
        </p:nvSpPr>
        <p:spPr>
          <a:xfrm>
            <a:off x="544000" y="1344169"/>
            <a:ext cx="11104000" cy="4549990"/>
          </a:xfrm>
          <a:prstGeom prst="rect">
            <a:avLst/>
          </a:prstGeom>
        </p:spPr>
        <p:txBody>
          <a:bodyPr vert="horz" lIns="91440" tIns="45720" rIns="91440" bIns="45720" rtlCol="0">
            <a:normAutofit/>
          </a:bodyPr>
          <a:lstStyle/>
          <a:p>
            <a:pPr lvl="0"/>
            <a:r>
              <a:rPr kumimoji="1" lang="zh-CN" altLang="en-US"/>
              <a:t>编辑母版文本样式</a:t>
            </a:r>
            <a:endParaRPr kumimoji="1" lang="zh-CN" altLang="en-US"/>
          </a:p>
          <a:p>
            <a:pPr lvl="1"/>
            <a:r>
              <a:rPr kumimoji="1" lang="zh-CN" altLang="en-US"/>
              <a:t>第二级</a:t>
            </a:r>
            <a:endParaRPr kumimoji="1" lang="zh-CN" altLang="en-US"/>
          </a:p>
          <a:p>
            <a:pPr lvl="2"/>
            <a:r>
              <a:rPr kumimoji="1" lang="zh-CN" altLang="en-US"/>
              <a:t>第三级</a:t>
            </a:r>
            <a:endParaRPr kumimoji="1" lang="zh-CN" altLang="en-US"/>
          </a:p>
          <a:p>
            <a:pPr lvl="3"/>
            <a:r>
              <a:rPr kumimoji="1" lang="zh-CN" altLang="en-US"/>
              <a:t>第四级</a:t>
            </a:r>
            <a:endParaRPr kumimoji="1" lang="zh-CN" altLang="en-US"/>
          </a:p>
          <a:p>
            <a:pPr lvl="4"/>
            <a:r>
              <a:rPr kumimoji="1" lang="zh-CN" altLang="en-US"/>
              <a:t>第五级</a:t>
            </a:r>
            <a:endParaRPr kumimoji="1" lang="zh-CN" altLang="en-US"/>
          </a:p>
        </p:txBody>
      </p:sp>
      <p:sp>
        <p:nvSpPr>
          <p:cNvPr id="5"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6" name="幻灯片编号占位符 5"/>
          <p:cNvSpPr>
            <a:spLocks noGrp="1"/>
          </p:cNvSpPr>
          <p:nvPr>
            <p:ph type="sldNum" sz="quarter" idx="4"/>
          </p:nvPr>
        </p:nvSpPr>
        <p:spPr>
          <a:xfrm>
            <a:off x="11254154" y="6181467"/>
            <a:ext cx="344908" cy="302916"/>
          </a:xfrm>
          <a:prstGeom prst="rect">
            <a:avLst/>
          </a:prstGeom>
        </p:spPr>
        <p:txBody>
          <a:bodyPr vert="horz" lIns="91440" tIns="45720" rIns="91440" bIns="45720" rtlCol="0" anchor="ctr"/>
          <a:lstStyle>
            <a:lvl1pPr algn="ctr">
              <a:defRPr sz="900">
                <a:solidFill>
                  <a:schemeClr val="tx1">
                    <a:tint val="75000"/>
                  </a:schemeClr>
                </a:solidFill>
              </a:defRPr>
            </a:lvl1pPr>
          </a:lstStyle>
          <a:p>
            <a:pPr algn="ctr"/>
            <a:fld id="{07981757-A667-704E-B799-643DAFF31F89}" type="slidenum">
              <a:rPr kumimoji="1" lang="zh-CN" altLang="en-US" smtClean="0"/>
            </a:fld>
            <a:endParaRPr kumimoji="1" lang="zh-CN" altLang="en-US"/>
          </a:p>
        </p:txBody>
      </p:sp>
      <p:pic>
        <p:nvPicPr>
          <p:cNvPr id="31" name="图片 30"/>
          <p:cNvPicPr>
            <a:picLocks noChangeAspect="1"/>
          </p:cNvPicPr>
          <p:nvPr userDrawn="1"/>
        </p:nvPicPr>
        <p:blipFill>
          <a:blip r:embed="rId17" cstate="screen"/>
          <a:stretch>
            <a:fillRect/>
          </a:stretch>
        </p:blipFill>
        <p:spPr>
          <a:xfrm>
            <a:off x="533449" y="6453646"/>
            <a:ext cx="1188000" cy="117045"/>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Lst>
  <p:hf hdr="0"/>
  <p:txStyles>
    <p:titleStyle>
      <a:lvl1pPr algn="l" defTabSz="914400" rtl="0" eaLnBrk="1" latinLnBrk="0" hangingPunct="1">
        <a:lnSpc>
          <a:spcPct val="90000"/>
        </a:lnSpc>
        <a:spcBef>
          <a:spcPct val="0"/>
        </a:spcBef>
        <a:buNone/>
        <a:defRPr sz="2600" b="1" kern="1200">
          <a:solidFill>
            <a:srgbClr val="0028A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9.xml"/><Relationship Id="rId4" Type="http://schemas.openxmlformats.org/officeDocument/2006/relationships/image" Target="../media/image10.emf"/><Relationship Id="rId3" Type="http://schemas.openxmlformats.org/officeDocument/2006/relationships/oleObject" Target="../embeddings/oleObject2.bin"/><Relationship Id="rId2" Type="http://schemas.openxmlformats.org/officeDocument/2006/relationships/image" Target="../media/image9.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9.xml"/><Relationship Id="rId4" Type="http://schemas.openxmlformats.org/officeDocument/2006/relationships/image" Target="../media/image11.emf"/><Relationship Id="rId3" Type="http://schemas.openxmlformats.org/officeDocument/2006/relationships/oleObject" Target="../embeddings/oleObject4.bin"/><Relationship Id="rId2" Type="http://schemas.openxmlformats.org/officeDocument/2006/relationships/image" Target="../media/image9.emf"/><Relationship Id="rId1"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p:txBody>
          <a:bodyPr/>
          <a:lstStyle/>
          <a:p>
            <a:r>
              <a:rPr kumimoji="1" lang="zh-CN" altLang="en-US" sz="4000" dirty="0" smtClean="0"/>
              <a:t>提案名称</a:t>
            </a:r>
            <a:endParaRPr kumimoji="1" lang="zh-CN" altLang="en-US" sz="4000" dirty="0"/>
          </a:p>
        </p:txBody>
      </p:sp>
      <p:sp>
        <p:nvSpPr>
          <p:cNvPr id="7" name="副标题 6"/>
          <p:cNvSpPr>
            <a:spLocks noGrp="1"/>
          </p:cNvSpPr>
          <p:nvPr>
            <p:ph type="subTitle" idx="1"/>
          </p:nvPr>
        </p:nvSpPr>
        <p:spPr>
          <a:xfrm>
            <a:off x="544000" y="3903882"/>
            <a:ext cx="4838700" cy="672328"/>
          </a:xfrm>
        </p:spPr>
        <p:txBody>
          <a:bodyPr/>
          <a:lstStyle/>
          <a:p>
            <a:r>
              <a:rPr kumimoji="1" lang="zh-CN" altLang="en-US" dirty="0" smtClean="0"/>
              <a:t>提案人</a:t>
            </a:r>
            <a:r>
              <a:rPr kumimoji="1" lang="en-US" altLang="zh-CN" dirty="0" smtClean="0"/>
              <a:t>——</a:t>
            </a:r>
            <a:r>
              <a:rPr kumimoji="1" lang="zh-CN" altLang="en-US" dirty="0" smtClean="0"/>
              <a:t>部门</a:t>
            </a:r>
            <a:endParaRPr kumimoji="1" lang="zh-CN" altLang="en-US" dirty="0"/>
          </a:p>
        </p:txBody>
      </p:sp>
      <p:sp>
        <p:nvSpPr>
          <p:cNvPr id="4" name="日期占位符 3"/>
          <p:cNvSpPr>
            <a:spLocks noGrp="1"/>
          </p:cNvSpPr>
          <p:nvPr>
            <p:ph type="dt" sz="half" idx="10"/>
          </p:nvPr>
        </p:nvSpPr>
        <p:spPr/>
        <p:txBody>
          <a:bodyPr/>
          <a:lstStyle/>
          <a:p>
            <a:fld id="{6263CDAC-DA33-D443-8159-7943A4B08635}" type="datetime1">
              <a:rPr kumimoji="1" lang="zh-CN" altLang="en-US" smtClean="0"/>
            </a:fld>
            <a:endParaRPr kumimoji="1" lang="zh-CN" altLang="en-US" dirty="0"/>
          </a:p>
        </p:txBody>
      </p:sp>
      <p:sp>
        <p:nvSpPr>
          <p:cNvPr id="5" name="文本框 4"/>
          <p:cNvSpPr txBox="1"/>
          <p:nvPr/>
        </p:nvSpPr>
        <p:spPr>
          <a:xfrm>
            <a:off x="-76111" y="-601592"/>
            <a:ext cx="4303772" cy="369332"/>
          </a:xfrm>
          <a:prstGeom prst="rect">
            <a:avLst/>
          </a:prstGeom>
          <a:noFill/>
        </p:spPr>
        <p:txBody>
          <a:bodyPr wrap="square" rtlCol="0">
            <a:spAutoFit/>
          </a:bodyPr>
          <a:lstStyle/>
          <a:p>
            <a:r>
              <a:rPr kumimoji="1" lang="en-US" altLang="en-US" dirty="0"/>
              <a:t>常规无图固定封面样式</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p:cNvSpPr/>
          <p:nvPr/>
        </p:nvSpPr>
        <p:spPr>
          <a:xfrm>
            <a:off x="-1" y="0"/>
            <a:ext cx="5611662" cy="6885622"/>
          </a:xfrm>
          <a:prstGeom prst="rect">
            <a:avLst/>
          </a:prstGeom>
          <a:solidFill>
            <a:srgbClr val="0028AA"/>
          </a:solidFill>
          <a:ln w="12700">
            <a:miter lim="400000"/>
          </a:ln>
        </p:spPr>
        <p:txBody>
          <a:bodyPr lIns="60960" tIns="60960" rIns="60960" bIns="60960"/>
          <a:lstStyle/>
          <a:p>
            <a:pPr defTabSz="609600">
              <a:defRPr sz="4800" b="0">
                <a:latin typeface="Calibri" panose="020F0502020204030204"/>
                <a:ea typeface="Calibri" panose="020F0502020204030204"/>
                <a:cs typeface="Calibri" panose="020F0502020204030204"/>
                <a:sym typeface="Calibri" panose="020F0502020204030204"/>
              </a:defRPr>
            </a:pPr>
            <a:endParaRPr sz="2400" dirty="0"/>
          </a:p>
        </p:txBody>
      </p:sp>
      <p:sp>
        <p:nvSpPr>
          <p:cNvPr id="141" name="企业简介"/>
          <p:cNvSpPr txBox="1"/>
          <p:nvPr/>
        </p:nvSpPr>
        <p:spPr>
          <a:xfrm>
            <a:off x="8763426" y="915237"/>
            <a:ext cx="1381576" cy="446276"/>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方案信息</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7694872" y="889500"/>
            <a:ext cx="556749" cy="532800"/>
            <a:chOff x="13901174" y="1618226"/>
            <a:chExt cx="1113498" cy="1065599"/>
          </a:xfrm>
        </p:grpSpPr>
        <p:sp>
          <p:nvSpPr>
            <p:cNvPr id="7" name="圆角矩形 6"/>
            <p:cNvSpPr/>
            <p:nvPr/>
          </p:nvSpPr>
          <p:spPr>
            <a:xfrm>
              <a:off x="13901174" y="1618226"/>
              <a:ext cx="1066518"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53" name="1"/>
            <p:cNvSpPr txBox="1"/>
            <p:nvPr/>
          </p:nvSpPr>
          <p:spPr>
            <a:xfrm>
              <a:off x="13948154" y="1658002"/>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1</a:t>
              </a:r>
              <a:endParaRPr sz="2400" dirty="0">
                <a:latin typeface="微软雅黑" panose="020B0503020204020204" charset="-122"/>
                <a:ea typeface="微软雅黑" panose="020B0503020204020204" charset="-122"/>
                <a:cs typeface="微软雅黑" panose="020B0503020204020204" charset="-122"/>
              </a:endParaRPr>
            </a:p>
          </p:txBody>
        </p:sp>
      </p:grpSp>
      <p:sp>
        <p:nvSpPr>
          <p:cNvPr id="145" name="市场表现"/>
          <p:cNvSpPr txBox="1"/>
          <p:nvPr/>
        </p:nvSpPr>
        <p:spPr>
          <a:xfrm>
            <a:off x="8763425" y="1868042"/>
            <a:ext cx="2929041"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背景技术</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49" name="开发质量管理"/>
          <p:cNvSpPr txBox="1"/>
          <p:nvPr/>
        </p:nvSpPr>
        <p:spPr>
          <a:xfrm>
            <a:off x="8763426" y="3773652"/>
            <a:ext cx="2929040"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相应改进手段</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53" name="产品优势"/>
          <p:cNvSpPr txBox="1"/>
          <p:nvPr/>
        </p:nvSpPr>
        <p:spPr>
          <a:xfrm>
            <a:off x="8763426" y="4726457"/>
            <a:ext cx="2929040"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改进手段的详细描述</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57" name="售后服务"/>
          <p:cNvSpPr txBox="1"/>
          <p:nvPr/>
        </p:nvSpPr>
        <p:spPr>
          <a:xfrm>
            <a:off x="8763426" y="5679263"/>
            <a:ext cx="1853774"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扩展</a:t>
            </a:r>
            <a:r>
              <a:rPr lang="en-US" altLang="zh-CN"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a:t>
            </a:r>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替换方案</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sp>
        <p:nvSpPr>
          <p:cNvPr id="169" name="研发实力"/>
          <p:cNvSpPr txBox="1"/>
          <p:nvPr/>
        </p:nvSpPr>
        <p:spPr>
          <a:xfrm>
            <a:off x="8763425" y="2820847"/>
            <a:ext cx="2294041" cy="446276"/>
          </a:xfrm>
          <a:prstGeom prst="rect">
            <a:avLst/>
          </a:prstGeom>
          <a:noFill/>
          <a:ln w="12700" cap="flat">
            <a:noFill/>
            <a:miter lim="400000"/>
          </a:ln>
          <a:effectLst/>
        </p:spPr>
        <p:txBody>
          <a:bodyPr wrap="square" lIns="60960" tIns="60960" rIns="60960" bIns="60960" numCol="1" anchor="t">
            <a:spAutoFit/>
          </a:bodyPr>
          <a:lstStyle>
            <a:lvl1pPr algn="l" defTabSz="1219200">
              <a:defRPr sz="3200" b="0">
                <a:solidFill>
                  <a:srgbClr val="FFFFFF"/>
                </a:solidFill>
                <a:latin typeface="Source Han Sans CN Bold Bold"/>
                <a:ea typeface="Source Han Sans CN Bold Bold"/>
                <a:cs typeface="Source Han Sans CN Bold Bold"/>
                <a:sym typeface="Source Han Sans CN Bold Bold"/>
              </a:defRPr>
            </a:lvl1pPr>
          </a:lstStyle>
          <a:p>
            <a:r>
              <a:rPr lang="zh-CN" altLang="en-US" sz="2100" dirty="0" smtClean="0">
                <a:solidFill>
                  <a:schemeClr val="bg1">
                    <a:lumMod val="50000"/>
                  </a:schemeClr>
                </a:solidFill>
                <a:latin typeface="微软雅黑" panose="020B0503020204020204" charset="-122"/>
                <a:ea typeface="微软雅黑" panose="020B0503020204020204" charset="-122"/>
                <a:cs typeface="微软雅黑" panose="020B0503020204020204" charset="-122"/>
              </a:rPr>
              <a:t>解决的技术问题</a:t>
            </a:r>
            <a:endParaRPr sz="2100" dirty="0">
              <a:solidFill>
                <a:schemeClr val="bg1">
                  <a:lumMod val="50000"/>
                </a:schemeClr>
              </a:solidFill>
              <a:latin typeface="微软雅黑" panose="020B0503020204020204" charset="-122"/>
              <a:ea typeface="微软雅黑" panose="020B0503020204020204" charset="-122"/>
              <a:cs typeface="微软雅黑" panose="020B0503020204020204" charset="-122"/>
            </a:endParaRPr>
          </a:p>
        </p:txBody>
      </p:sp>
      <p:pic>
        <p:nvPicPr>
          <p:cNvPr id="51" name="图片 50" descr="图片包含 游戏机, 衣架&#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flipH="1">
            <a:off x="-598005" y="794621"/>
            <a:ext cx="6595535" cy="4929063"/>
          </a:xfrm>
          <a:prstGeom prst="rect">
            <a:avLst/>
          </a:prstGeom>
        </p:spPr>
      </p:pic>
      <p:sp>
        <p:nvSpPr>
          <p:cNvPr id="173" name="目录"/>
          <p:cNvSpPr txBox="1"/>
          <p:nvPr/>
        </p:nvSpPr>
        <p:spPr>
          <a:xfrm>
            <a:off x="3525645" y="3084338"/>
            <a:ext cx="1251476" cy="661720"/>
          </a:xfrm>
          <a:prstGeom prst="rect">
            <a:avLst/>
          </a:prstGeom>
          <a:ln w="12700">
            <a:miter lim="400000"/>
          </a:ln>
        </p:spPr>
        <p:txBody>
          <a:bodyPr wrap="square" lIns="60960" tIns="60960" rIns="60960" bIns="60960">
            <a:spAutoFit/>
          </a:bodyPr>
          <a:lstStyle>
            <a:lvl1pPr algn="l" defTabSz="1828800">
              <a:defRPr sz="4800">
                <a:solidFill>
                  <a:srgbClr val="F5F5F5"/>
                </a:solidFill>
                <a:latin typeface="Helvetica"/>
                <a:ea typeface="Helvetica"/>
                <a:cs typeface="Helvetica"/>
                <a:sym typeface="Helvetica"/>
              </a:defRPr>
            </a:lvl1pPr>
          </a:lstStyle>
          <a:p>
            <a:r>
              <a:rPr sz="3500" dirty="0">
                <a:solidFill>
                  <a:schemeClr val="bg1"/>
                </a:solidFill>
                <a:latin typeface="微软雅黑" panose="020B0503020204020204" charset="-122"/>
                <a:ea typeface="微软雅黑" panose="020B0503020204020204" charset="-122"/>
                <a:cs typeface="微软雅黑" panose="020B0503020204020204" charset="-122"/>
              </a:rPr>
              <a:t>目录</a:t>
            </a:r>
            <a:endParaRPr sz="35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55" name="组合 54"/>
          <p:cNvGrpSpPr/>
          <p:nvPr/>
        </p:nvGrpSpPr>
        <p:grpSpPr>
          <a:xfrm>
            <a:off x="7694872" y="1797097"/>
            <a:ext cx="566211" cy="532800"/>
            <a:chOff x="13835270" y="1534844"/>
            <a:chExt cx="1132422" cy="1065599"/>
          </a:xfrm>
        </p:grpSpPr>
        <p:sp>
          <p:nvSpPr>
            <p:cNvPr id="56" name="圆角矩形 55"/>
            <p:cNvSpPr/>
            <p:nvPr/>
          </p:nvSpPr>
          <p:spPr>
            <a:xfrm>
              <a:off x="13835270" y="1534844"/>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57" name="1"/>
            <p:cNvSpPr txBox="1"/>
            <p:nvPr/>
          </p:nvSpPr>
          <p:spPr>
            <a:xfrm>
              <a:off x="13901174" y="1576338"/>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2</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58" name="组合 57"/>
          <p:cNvGrpSpPr/>
          <p:nvPr/>
        </p:nvGrpSpPr>
        <p:grpSpPr>
          <a:xfrm>
            <a:off x="7694872" y="2755953"/>
            <a:ext cx="559666" cy="532800"/>
            <a:chOff x="13835270" y="1553978"/>
            <a:chExt cx="1119332" cy="1065599"/>
          </a:xfrm>
        </p:grpSpPr>
        <p:sp>
          <p:nvSpPr>
            <p:cNvPr id="59" name="圆角矩形 58"/>
            <p:cNvSpPr/>
            <p:nvPr/>
          </p:nvSpPr>
          <p:spPr>
            <a:xfrm>
              <a:off x="13835270" y="1553978"/>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0" name="1"/>
            <p:cNvSpPr txBox="1"/>
            <p:nvPr/>
          </p:nvSpPr>
          <p:spPr>
            <a:xfrm>
              <a:off x="13888084" y="1579236"/>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3</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61" name="组合 60"/>
          <p:cNvGrpSpPr/>
          <p:nvPr/>
        </p:nvGrpSpPr>
        <p:grpSpPr>
          <a:xfrm>
            <a:off x="7694872" y="3695674"/>
            <a:ext cx="559667" cy="532800"/>
            <a:chOff x="13835270" y="1534844"/>
            <a:chExt cx="1119334" cy="1065599"/>
          </a:xfrm>
        </p:grpSpPr>
        <p:sp>
          <p:nvSpPr>
            <p:cNvPr id="62" name="圆角矩形 61"/>
            <p:cNvSpPr/>
            <p:nvPr/>
          </p:nvSpPr>
          <p:spPr>
            <a:xfrm>
              <a:off x="13835270" y="1534844"/>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3" name="1"/>
            <p:cNvSpPr txBox="1"/>
            <p:nvPr/>
          </p:nvSpPr>
          <p:spPr>
            <a:xfrm>
              <a:off x="13888086" y="1575200"/>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4</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64" name="组合 63"/>
          <p:cNvGrpSpPr/>
          <p:nvPr/>
        </p:nvGrpSpPr>
        <p:grpSpPr>
          <a:xfrm>
            <a:off x="7694872" y="4641795"/>
            <a:ext cx="564987" cy="532800"/>
            <a:chOff x="13835270" y="1528508"/>
            <a:chExt cx="1129974" cy="1065599"/>
          </a:xfrm>
        </p:grpSpPr>
        <p:sp>
          <p:nvSpPr>
            <p:cNvPr id="65" name="圆角矩形 64"/>
            <p:cNvSpPr/>
            <p:nvPr/>
          </p:nvSpPr>
          <p:spPr>
            <a:xfrm>
              <a:off x="13835270" y="1528508"/>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6" name="1"/>
            <p:cNvSpPr txBox="1"/>
            <p:nvPr/>
          </p:nvSpPr>
          <p:spPr>
            <a:xfrm>
              <a:off x="13898726" y="1575622"/>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5</a:t>
              </a:r>
              <a:endParaRPr sz="2400" dirty="0">
                <a:latin typeface="微软雅黑" panose="020B0503020204020204" charset="-122"/>
                <a:ea typeface="微软雅黑" panose="020B0503020204020204" charset="-122"/>
                <a:cs typeface="微软雅黑" panose="020B0503020204020204" charset="-122"/>
              </a:endParaRPr>
            </a:p>
          </p:txBody>
        </p:sp>
      </p:grpSp>
      <p:grpSp>
        <p:nvGrpSpPr>
          <p:cNvPr id="67" name="组合 66"/>
          <p:cNvGrpSpPr/>
          <p:nvPr/>
        </p:nvGrpSpPr>
        <p:grpSpPr>
          <a:xfrm>
            <a:off x="7694872" y="5584771"/>
            <a:ext cx="559668" cy="532800"/>
            <a:chOff x="13835270" y="1515884"/>
            <a:chExt cx="1119336" cy="1065599"/>
          </a:xfrm>
        </p:grpSpPr>
        <p:sp>
          <p:nvSpPr>
            <p:cNvPr id="68" name="圆角矩形 67"/>
            <p:cNvSpPr/>
            <p:nvPr/>
          </p:nvSpPr>
          <p:spPr>
            <a:xfrm>
              <a:off x="13835270" y="1515884"/>
              <a:ext cx="1065600" cy="1065599"/>
            </a:xfrm>
            <a:prstGeom prst="roundRect">
              <a:avLst/>
            </a:prstGeom>
            <a:solidFill>
              <a:srgbClr val="003CC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fromWordArt="0" anchor="ctr" anchorCtr="0" forceAA="0" compatLnSpc="1">
              <a:spAutoFit/>
            </a:bodyPr>
            <a:lstStyle/>
            <a:p>
              <a:pPr algn="ctr" defTabSz="412750" hangingPunct="0"/>
              <a:endParaRPr lang="zh-CN" altLang="en-US" sz="1600" dirty="0">
                <a:solidFill>
                  <a:srgbClr val="FFFFFF"/>
                </a:solidFill>
                <a:sym typeface="Helvetica Neue Medium"/>
              </a:endParaRPr>
            </a:p>
          </p:txBody>
        </p:sp>
        <p:sp>
          <p:nvSpPr>
            <p:cNvPr id="69" name="1"/>
            <p:cNvSpPr txBox="1"/>
            <p:nvPr/>
          </p:nvSpPr>
          <p:spPr>
            <a:xfrm>
              <a:off x="13888088" y="1574010"/>
              <a:ext cx="1066518" cy="984885"/>
            </a:xfrm>
            <a:prstGeom prst="rect">
              <a:avLst/>
            </a:prstGeom>
            <a:noFill/>
            <a:ln w="12700" cap="flat">
              <a:noFill/>
              <a:miter lim="400000"/>
            </a:ln>
            <a:effectLst/>
          </p:spPr>
          <p:txBody>
            <a:bodyPr wrap="square" lIns="60960" tIns="60960" rIns="60960" bIns="60960" numCol="1" anchor="t">
              <a:spAutoFit/>
            </a:bodyPr>
            <a:lstStyle>
              <a:lvl1pPr marL="457200" indent="-457200" algn="l" defTabSz="1219200">
                <a:defRPr sz="4800" b="0">
                  <a:solidFill>
                    <a:srgbClr val="FFFFFF"/>
                  </a:solidFill>
                  <a:latin typeface="Source Han Sans CN Medium"/>
                  <a:ea typeface="Source Han Sans CN Medium"/>
                  <a:cs typeface="Source Han Sans CN Medium"/>
                  <a:sym typeface="Source Han Sans CN Medium"/>
                </a:defRPr>
              </a:lvl1pPr>
            </a:lstStyle>
            <a:p>
              <a:r>
                <a:rPr lang="en-GB" altLang="zh-CN" sz="2400" dirty="0">
                  <a:latin typeface="微软雅黑" panose="020B0503020204020204" charset="-122"/>
                  <a:ea typeface="微软雅黑" panose="020B0503020204020204" charset="-122"/>
                  <a:cs typeface="微软雅黑" panose="020B0503020204020204" charset="-122"/>
                </a:rPr>
                <a:t>0</a:t>
              </a:r>
              <a:r>
                <a:rPr lang="en-US" altLang="zh-CN" sz="2400" dirty="0">
                  <a:latin typeface="微软雅黑" panose="020B0503020204020204" charset="-122"/>
                  <a:ea typeface="微软雅黑" panose="020B0503020204020204" charset="-122"/>
                  <a:cs typeface="微软雅黑" panose="020B0503020204020204" charset="-122"/>
                </a:rPr>
                <a:t>6</a:t>
              </a:r>
              <a:endParaRPr sz="2400" dirty="0">
                <a:latin typeface="微软雅黑" panose="020B0503020204020204" charset="-122"/>
                <a:ea typeface="微软雅黑" panose="020B0503020204020204" charset="-122"/>
                <a:cs typeface="微软雅黑" panose="020B0503020204020204" charset="-122"/>
              </a:endParaRPr>
            </a:p>
          </p:txBody>
        </p:sp>
      </p:grpSp>
      <p:sp>
        <p:nvSpPr>
          <p:cNvPr id="2" name="矩形 1"/>
          <p:cNvSpPr/>
          <p:nvPr/>
        </p:nvSpPr>
        <p:spPr>
          <a:xfrm>
            <a:off x="5611661" y="6125539"/>
            <a:ext cx="6580339" cy="760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01 </a:t>
            </a:r>
            <a:r>
              <a:rPr kumimoji="1" lang="zh-CN" altLang="en-US" dirty="0" smtClean="0"/>
              <a:t>方案信息</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9482135"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列出方案所属项目信息、是否需到海外申请、是否已经要出货需要加速申请、针对的竞手</a:t>
            </a:r>
            <a:r>
              <a:rPr lang="en-US" altLang="zh-CN" sz="1600" dirty="0" smtClean="0">
                <a:solidFill>
                  <a:srgbClr val="898989"/>
                </a:solidFill>
                <a:latin typeface="微软雅黑" panose="020B0503020204020204" charset="-122"/>
                <a:ea typeface="微软雅黑" panose="020B0503020204020204" charset="-122"/>
                <a:cs typeface="微软雅黑" panose="020B0503020204020204" charset="-122"/>
              </a:rPr>
              <a:t>&amp;</a:t>
            </a: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竞品信息等</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graphicFrame>
        <p:nvGraphicFramePr>
          <p:cNvPr id="4" name="表格 3"/>
          <p:cNvGraphicFramePr>
            <a:graphicFrameLocks noGrp="1"/>
          </p:cNvGraphicFramePr>
          <p:nvPr/>
        </p:nvGraphicFramePr>
        <p:xfrm>
          <a:off x="613805" y="1206404"/>
          <a:ext cx="10376247" cy="4378066"/>
        </p:xfrm>
        <a:graphic>
          <a:graphicData uri="http://schemas.openxmlformats.org/drawingml/2006/table">
            <a:tbl>
              <a:tblPr firstRow="1" bandRow="1">
                <a:tableStyleId>{5C22544A-7EE6-4342-B048-85BDC9FD1C3A}</a:tableStyleId>
              </a:tblPr>
              <a:tblGrid>
                <a:gridCol w="3899354"/>
                <a:gridCol w="6476893"/>
              </a:tblGrid>
              <a:tr h="625438">
                <a:tc>
                  <a:txBody>
                    <a:bodyPr/>
                    <a:lstStyle/>
                    <a:p>
                      <a:pPr algn="ctr"/>
                      <a:r>
                        <a:rPr lang="zh-CN" altLang="en-US" dirty="0" smtClean="0"/>
                        <a:t>方案信息</a:t>
                      </a:r>
                      <a:endParaRPr lang="zh-CN" altLang="en-US" dirty="0"/>
                    </a:p>
                  </a:txBody>
                  <a:tcPr anchor="ctr"/>
                </a:tc>
                <a:tc>
                  <a:txBody>
                    <a:bodyPr/>
                    <a:lstStyle/>
                    <a:p>
                      <a:pPr algn="ctr"/>
                      <a:r>
                        <a:rPr lang="zh-CN" altLang="en-US" dirty="0" smtClean="0"/>
                        <a:t>具体内容</a:t>
                      </a:r>
                      <a:endParaRPr lang="zh-CN" altLang="en-US" dirty="0"/>
                    </a:p>
                  </a:txBody>
                  <a:tcPr anchor="ctr"/>
                </a:tc>
              </a:tr>
              <a:tr h="625438">
                <a:tc>
                  <a:txBody>
                    <a:bodyPr/>
                    <a:lstStyle/>
                    <a:p>
                      <a:pPr algn="ctr"/>
                      <a:r>
                        <a:rPr lang="zh-CN" altLang="en-US" dirty="0" smtClean="0"/>
                        <a:t>方案名称</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所属项目信息</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项目是否为公司级项目</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是否需要在海外申请</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是否需要加速审查</a:t>
                      </a:r>
                      <a:endParaRPr lang="zh-CN" altLang="en-US" dirty="0"/>
                    </a:p>
                  </a:txBody>
                  <a:tcPr anchor="ctr"/>
                </a:tc>
                <a:tc>
                  <a:txBody>
                    <a:bodyPr/>
                    <a:lstStyle/>
                    <a:p>
                      <a:pPr algn="ctr"/>
                      <a:endParaRPr lang="zh-CN" altLang="en-US" dirty="0"/>
                    </a:p>
                  </a:txBody>
                  <a:tcPr anchor="ctr"/>
                </a:tc>
              </a:tr>
              <a:tr h="625438">
                <a:tc>
                  <a:txBody>
                    <a:bodyPr/>
                    <a:lstStyle/>
                    <a:p>
                      <a:pPr algn="ctr"/>
                      <a:r>
                        <a:rPr lang="zh-CN" altLang="en-US" dirty="0" smtClean="0"/>
                        <a:t>针对的竞手</a:t>
                      </a:r>
                      <a:r>
                        <a:rPr lang="en-US" altLang="zh-CN" dirty="0" smtClean="0"/>
                        <a:t>&amp;</a:t>
                      </a:r>
                      <a:r>
                        <a:rPr lang="zh-CN" altLang="en-US" dirty="0" smtClean="0"/>
                        <a:t>竞品信息</a:t>
                      </a:r>
                      <a:endParaRPr lang="zh-CN" altLang="en-US" dirty="0"/>
                    </a:p>
                  </a:txBody>
                  <a:tcPr anchor="ctr"/>
                </a:tc>
                <a:tc>
                  <a:txBody>
                    <a:bodyPr/>
                    <a:lstStyle/>
                    <a:p>
                      <a:pPr algn="ctr"/>
                      <a:endParaRPr lang="zh-CN" altLang="en-US" dirty="0"/>
                    </a:p>
                  </a:txBody>
                  <a:tcPr anchor="ctr"/>
                </a:tc>
              </a:tr>
            </a:tbl>
          </a:graphicData>
        </a:graphic>
      </p:graphicFrame>
      <p:graphicFrame>
        <p:nvGraphicFramePr>
          <p:cNvPr id="3" name="表格 2"/>
          <p:cNvGraphicFramePr>
            <a:graphicFrameLocks noGrp="1"/>
          </p:cNvGraphicFramePr>
          <p:nvPr/>
        </p:nvGraphicFramePr>
        <p:xfrm>
          <a:off x="613804" y="5556029"/>
          <a:ext cx="10376247" cy="625438"/>
        </p:xfrm>
        <a:graphic>
          <a:graphicData uri="http://schemas.openxmlformats.org/drawingml/2006/table">
            <a:tbl>
              <a:tblPr firstRow="1" bandRow="1">
                <a:tableStyleId>{5C22544A-7EE6-4342-B048-85BDC9FD1C3A}</a:tableStyleId>
              </a:tblPr>
              <a:tblGrid>
                <a:gridCol w="3899354"/>
                <a:gridCol w="6476893"/>
              </a:tblGrid>
              <a:tr h="625438">
                <a:tc>
                  <a:txBody>
                    <a:bodyPr/>
                    <a:lstStyle/>
                    <a:p>
                      <a:pPr marL="0" algn="ctr" defTabSz="914400" rtl="0" eaLnBrk="1" latinLnBrk="0" hangingPunct="1"/>
                      <a:r>
                        <a:rPr lang="zh-CN" altLang="en-US" sz="1800" b="0" kern="1200" dirty="0" smtClean="0">
                          <a:solidFill>
                            <a:schemeClr val="dk1"/>
                          </a:solidFill>
                          <a:latin typeface="+mn-lt"/>
                          <a:ea typeface="+mn-ea"/>
                          <a:cs typeface="+mn-cs"/>
                        </a:rPr>
                        <a:t>应用产品信息</a:t>
                      </a:r>
                      <a:endParaRPr lang="zh-CN" altLang="en-US" sz="1800" b="0" kern="1200" dirty="0">
                        <a:solidFill>
                          <a:schemeClr val="dk1"/>
                        </a:solidFill>
                        <a:latin typeface="+mn-lt"/>
                        <a:ea typeface="+mn-ea"/>
                        <a:cs typeface="+mn-cs"/>
                      </a:endParaRPr>
                    </a:p>
                  </a:txBody>
                  <a:tcPr anchor="ctr">
                    <a:solidFill>
                      <a:srgbClr val="CBCDE2"/>
                    </a:solidFill>
                  </a:tcPr>
                </a:tc>
                <a:tc>
                  <a:txBody>
                    <a:bodyPr/>
                    <a:lstStyle/>
                    <a:p>
                      <a:pPr marL="0" algn="ctr" defTabSz="914400" rtl="0" eaLnBrk="1" latinLnBrk="0" hangingPunct="1"/>
                      <a:endParaRPr lang="zh-CN" altLang="en-US" sz="1800" kern="1200" dirty="0">
                        <a:solidFill>
                          <a:schemeClr val="dk1"/>
                        </a:solidFill>
                        <a:latin typeface="+mn-lt"/>
                        <a:ea typeface="+mn-ea"/>
                        <a:cs typeface="+mn-cs"/>
                      </a:endParaRPr>
                    </a:p>
                  </a:txBody>
                  <a:tcPr anchor="ctr">
                    <a:solidFill>
                      <a:srgbClr val="CBCDE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02 </a:t>
            </a:r>
            <a:r>
              <a:rPr kumimoji="1" lang="zh-CN" altLang="en-US" dirty="0" smtClean="0"/>
              <a:t>背景技术</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6086044"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用图文结合的方式描述实际生产或出货等存在的问题</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3" name="文本框 2"/>
          <p:cNvSpPr txBox="1"/>
          <p:nvPr/>
        </p:nvSpPr>
        <p:spPr>
          <a:xfrm>
            <a:off x="638355" y="1180100"/>
            <a:ext cx="10915290" cy="4592320"/>
          </a:xfrm>
          <a:prstGeom prst="rect">
            <a:avLst/>
          </a:prstGeom>
          <a:noFill/>
        </p:spPr>
        <p:txBody>
          <a:bodyPr wrap="square" rtlCol="0">
            <a:spAutoFit/>
          </a:bodyPr>
          <a:lstStyle/>
          <a:p>
            <a:pPr>
              <a:lnSpc>
                <a:spcPct val="125000"/>
              </a:lnSpc>
            </a:pPr>
            <a:r>
              <a:rPr lang="zh-CN" altLang="en-US" dirty="0" smtClean="0"/>
              <a:t>（</a:t>
            </a:r>
            <a:r>
              <a:rPr lang="en-US" altLang="zh-CN" dirty="0" smtClean="0"/>
              <a:t>1</a:t>
            </a:r>
            <a:r>
              <a:rPr lang="zh-CN" altLang="en-US" dirty="0" smtClean="0"/>
              <a:t>）目前存在的问题</a:t>
            </a:r>
            <a:endParaRPr lang="en-US" altLang="zh-CN" dirty="0" smtClean="0"/>
          </a:p>
          <a:p>
            <a:pPr>
              <a:lnSpc>
                <a:spcPct val="125000"/>
              </a:lnSpc>
            </a:pPr>
            <a:endParaRPr lang="en-US" altLang="zh-CN" dirty="0"/>
          </a:p>
          <a:p>
            <a:pPr>
              <a:lnSpc>
                <a:spcPct val="125000"/>
              </a:lnSpc>
            </a:pPr>
            <a:r>
              <a:rPr lang="en-US" altLang="zh-CN" b="1" dirty="0"/>
              <a:t>1. </a:t>
            </a:r>
            <a:r>
              <a:rPr lang="zh-CN" altLang="en-US" b="1" dirty="0"/>
              <a:t>子代算子生成机制单一</a:t>
            </a:r>
            <a:endParaRPr lang="zh-CN" altLang="en-US" b="1" dirty="0"/>
          </a:p>
          <a:p>
            <a:pPr>
              <a:lnSpc>
                <a:spcPct val="125000"/>
              </a:lnSpc>
            </a:pPr>
            <a:r>
              <a:rPr lang="zh-CN" altLang="en-US" dirty="0" smtClean="0"/>
              <a:t>子代通常通过随机变异、交叉等操作从父代中衍生，生成方式近似于暴力组合，缺乏从父代语义行为中学习并迁移有效结构的能力，生成效率与创新性有限。</a:t>
            </a:r>
            <a:endParaRPr lang="zh-CN" altLang="en-US" dirty="0" smtClean="0"/>
          </a:p>
          <a:p>
            <a:pPr>
              <a:lnSpc>
                <a:spcPct val="125000"/>
              </a:lnSpc>
            </a:pPr>
            <a:endParaRPr lang="en-US" altLang="zh-CN" dirty="0" smtClean="0"/>
          </a:p>
          <a:p>
            <a:pPr>
              <a:lnSpc>
                <a:spcPct val="125000"/>
              </a:lnSpc>
            </a:pPr>
            <a:r>
              <a:rPr lang="en-US" altLang="zh-CN" b="1" dirty="0"/>
              <a:t>2. </a:t>
            </a:r>
            <a:r>
              <a:rPr lang="zh-CN" altLang="en-US" b="1" dirty="0"/>
              <a:t>种群信息利用不充分</a:t>
            </a:r>
            <a:endParaRPr lang="zh-CN" altLang="en-US" b="1" dirty="0"/>
          </a:p>
          <a:p>
            <a:pPr>
              <a:lnSpc>
                <a:spcPct val="125000"/>
              </a:lnSpc>
            </a:pPr>
            <a:r>
              <a:rPr lang="zh-CN" altLang="en-US" dirty="0" smtClean="0"/>
              <a:t>当前大多数算子演化方法聚焦于个体级别的适应度提升，未能系统性挖掘种群在演化过程中的共性、行为分布或性能趋势，导致算子设计缺乏全局视角与协同进化机制。</a:t>
            </a:r>
            <a:endParaRPr lang="zh-CN" altLang="en-US"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5" y="55881"/>
            <a:ext cx="11121422" cy="513416"/>
          </a:xfrm>
        </p:spPr>
        <p:txBody>
          <a:bodyPr>
            <a:normAutofit fontScale="90000"/>
          </a:bodyPr>
          <a:lstStyle/>
          <a:p>
            <a:r>
              <a:rPr kumimoji="1" lang="en-US" altLang="zh-CN" dirty="0" smtClean="0"/>
              <a:t>02 </a:t>
            </a:r>
            <a:r>
              <a:rPr kumimoji="1" lang="zh-CN" altLang="en-US" dirty="0" smtClean="0"/>
              <a:t>背景技术</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27" name="文本框 26"/>
          <p:cNvSpPr txBox="1"/>
          <p:nvPr/>
        </p:nvSpPr>
        <p:spPr>
          <a:xfrm>
            <a:off x="141605" y="569595"/>
            <a:ext cx="5350510" cy="337185"/>
          </a:xfrm>
          <a:prstGeom prst="rect">
            <a:avLst/>
          </a:prstGeom>
          <a:noFill/>
        </p:spPr>
        <p:txBody>
          <a:bodyPr wrap="square" rtlCol="0">
            <a:spAutoFit/>
          </a:bodyPr>
          <a:p>
            <a:r>
              <a:rPr lang="zh-CN" altLang="en-US" sz="1600"/>
              <a:t>检索式：大语言模型</a:t>
            </a:r>
            <a:r>
              <a:rPr lang="en-US" altLang="zh-CN" sz="1600"/>
              <a:t> OR </a:t>
            </a:r>
            <a:r>
              <a:rPr lang="zh-CN" altLang="en-US" sz="1600"/>
              <a:t>种群</a:t>
            </a:r>
            <a:r>
              <a:rPr lang="en-US" altLang="zh-CN" sz="1600"/>
              <a:t> OR </a:t>
            </a:r>
            <a:r>
              <a:rPr lang="zh-CN" altLang="en-US" sz="1600"/>
              <a:t>禁忌搜索</a:t>
            </a:r>
            <a:r>
              <a:rPr lang="en-US" altLang="zh-CN" sz="1600"/>
              <a:t> OR </a:t>
            </a:r>
            <a:r>
              <a:rPr lang="zh-CN" altLang="en-US" sz="1600"/>
              <a:t>反思</a:t>
            </a:r>
            <a:endParaRPr lang="zh-CN" altLang="en-US" sz="1600"/>
          </a:p>
        </p:txBody>
      </p:sp>
      <p:sp>
        <p:nvSpPr>
          <p:cNvPr id="28" name="文本框 27"/>
          <p:cNvSpPr txBox="1"/>
          <p:nvPr/>
        </p:nvSpPr>
        <p:spPr>
          <a:xfrm>
            <a:off x="141605" y="1568450"/>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专利名：基于大语言模型和禁忌搜索算法的模糊测试方法及系统</a:t>
            </a:r>
            <a:endParaRPr lang="zh-CN" altLang="en-US" sz="1400"/>
          </a:p>
          <a:p>
            <a:pPr indent="0" algn="l">
              <a:buClrTx/>
              <a:buSzTx/>
              <a:buFont typeface="Arial" panose="020B0604020202020204" pitchFamily="34" charset="0"/>
              <a:buNone/>
            </a:pPr>
            <a:r>
              <a:rPr lang="zh-CN" altLang="en-US" sz="1400"/>
              <a:t>公开号：</a:t>
            </a:r>
            <a:r>
              <a:rPr lang="en-US" altLang="zh-CN" sz="1400"/>
              <a:t>CN118838806A</a:t>
            </a:r>
            <a:endParaRPr lang="en-US" altLang="zh-CN" sz="1400"/>
          </a:p>
          <a:p>
            <a:pPr indent="0" algn="l">
              <a:buClrTx/>
              <a:buSzTx/>
              <a:buFont typeface="Arial" panose="020B0604020202020204" pitchFamily="34" charset="0"/>
              <a:buNone/>
            </a:pPr>
            <a:endParaRPr lang="en-US" altLang="zh-CN" sz="1400"/>
          </a:p>
          <a:p>
            <a:pPr indent="0" algn="l">
              <a:buClrTx/>
              <a:buSzTx/>
              <a:buFont typeface="Arial" panose="020B0604020202020204" pitchFamily="34" charset="0"/>
              <a:buNone/>
            </a:pPr>
            <a:r>
              <a:rPr lang="zh-CN" altLang="en-US" sz="1400"/>
              <a:t>摘要：本发明提供一种大语言模型和禁忌搜索算法的模糊测试方法及系统，先基于用户提供的输入文件的描述信息生成输入提示，基于输入提示并采用大语言模型生成多个符合不同格式规范的高质量种子，并将这些高质量种子加入模糊测试的种子队列中，然后通过硬件程序追踪技术获取种子队列中每个高质量种子的执行信息，再设计基于禁忌搜索优化算法的种子自适应选择方法选择出最优种子，按照预先设定的变异策略对最优种子进行突变生成新种子，进而完成对目标二进制程序的模糊测试，解决了目前大多数基于变异的模糊器无法为处理结构化输入的目标程序自动生成高质量种子问题，以及大多数模糊器种子选择标准较为单一、无法选择高质量种子的问题。</a:t>
            </a:r>
            <a:endParaRPr lang="zh-CN" altLang="en-US" sz="1400"/>
          </a:p>
        </p:txBody>
      </p:sp>
      <p:sp>
        <p:nvSpPr>
          <p:cNvPr id="29" name="文本框 28"/>
          <p:cNvSpPr txBox="1"/>
          <p:nvPr/>
        </p:nvSpPr>
        <p:spPr>
          <a:xfrm>
            <a:off x="6306820" y="202565"/>
            <a:ext cx="5885180" cy="289179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专利名：基于大语言模型的自我反思式提示词优化方法及系统</a:t>
            </a:r>
            <a:endParaRPr lang="zh-CN" altLang="en-US" sz="1400"/>
          </a:p>
          <a:p>
            <a:pPr indent="0" algn="l">
              <a:buClrTx/>
              <a:buSzTx/>
              <a:buFont typeface="Arial" panose="020B0604020202020204" pitchFamily="34" charset="0"/>
              <a:buNone/>
            </a:pPr>
            <a:r>
              <a:rPr lang="zh-CN" altLang="en-US" sz="1400"/>
              <a:t>公开号：</a:t>
            </a:r>
            <a:r>
              <a:rPr lang="en-US" altLang="zh-CN" sz="1400"/>
              <a:t>CN118966208B</a:t>
            </a:r>
            <a:endParaRPr lang="en-US" altLang="zh-CN" sz="1400"/>
          </a:p>
          <a:p>
            <a:pPr indent="0" algn="l">
              <a:buClrTx/>
              <a:buSzTx/>
              <a:buFont typeface="Arial" panose="020B0604020202020204" pitchFamily="34" charset="0"/>
              <a:buNone/>
            </a:pPr>
            <a:endParaRPr lang="en-US" altLang="zh-CN" sz="1400"/>
          </a:p>
          <a:p>
            <a:pPr indent="0" algn="l">
              <a:buClrTx/>
              <a:buSzTx/>
              <a:buFont typeface="Arial" panose="020B0604020202020204" pitchFamily="34" charset="0"/>
              <a:buNone/>
            </a:pPr>
            <a:r>
              <a:rPr lang="zh-CN" altLang="en-US" sz="1400"/>
              <a:t>摘要：本发明提供一种基于大语言模型的自我反思式提示词优化方法及系统，涉及人工智能领域；方法包括：获取初始化的提示词模板，根据预设数据集执行设定周期后获得若干提示词用例；采用大语言模型对提示词用例进行审核以归类各提示词用例至正确样本集和错误样本集，进而均匀采样后建立优化样本集；构造修订提示词模板，根据优化样本集对提示词用例进行修改，生成若干新提示词；对若干新提示词进行评价，筛选目标要求的新提示词；对新提示词进行验证，当验证结果超出修订前的评价结果，则更新提示词模板；否则重复提示词优化过程，直至获得的新提示词满足优化目标。本发明能实现提示词的异步、及时更新，降低人工干预优化提示词的成本。</a:t>
            </a:r>
            <a:endParaRPr lang="zh-CN" altLang="en-US" sz="1400"/>
          </a:p>
        </p:txBody>
      </p:sp>
      <p:sp>
        <p:nvSpPr>
          <p:cNvPr id="30" name="文本框 29"/>
          <p:cNvSpPr txBox="1"/>
          <p:nvPr/>
        </p:nvSpPr>
        <p:spPr>
          <a:xfrm>
            <a:off x="6287770" y="3512185"/>
            <a:ext cx="5885180" cy="2461260"/>
          </a:xfrm>
          <a:prstGeom prst="rect">
            <a:avLst/>
          </a:prstGeom>
          <a:noFill/>
        </p:spPr>
        <p:txBody>
          <a:bodyPr wrap="square" rtlCol="0" anchor="t">
            <a:spAutoFit/>
          </a:bodyPr>
          <a:p>
            <a:pPr indent="0" algn="l">
              <a:buClrTx/>
              <a:buSzTx/>
              <a:buFont typeface="Arial" panose="020B0604020202020204" pitchFamily="34" charset="0"/>
              <a:buNone/>
            </a:pPr>
            <a:r>
              <a:rPr lang="zh-CN" altLang="en-US" sz="1400"/>
              <a:t>专利名：基于禁忌搜索算法的大语言模型安全测试方法和装置</a:t>
            </a:r>
            <a:endParaRPr lang="zh-CN" altLang="en-US" sz="1400"/>
          </a:p>
          <a:p>
            <a:pPr indent="0" algn="l">
              <a:buClrTx/>
              <a:buSzTx/>
              <a:buFont typeface="Arial" panose="020B0604020202020204" pitchFamily="34" charset="0"/>
              <a:buNone/>
            </a:pPr>
            <a:r>
              <a:rPr lang="zh-CN" altLang="en-US" sz="1400"/>
              <a:t>公开号：</a:t>
            </a:r>
            <a:r>
              <a:rPr lang="en-US" altLang="zh-CN" sz="1400"/>
              <a:t>CN118132748A</a:t>
            </a:r>
            <a:endParaRPr lang="en-US" altLang="zh-CN" sz="1400"/>
          </a:p>
          <a:p>
            <a:pPr indent="0" algn="l">
              <a:buClrTx/>
              <a:buSzTx/>
              <a:buFont typeface="Arial" panose="020B0604020202020204" pitchFamily="34" charset="0"/>
              <a:buNone/>
            </a:pPr>
            <a:endParaRPr lang="zh-CN" altLang="en-US" sz="1400"/>
          </a:p>
          <a:p>
            <a:pPr indent="0" algn="l">
              <a:buClrTx/>
              <a:buSzTx/>
              <a:buFont typeface="Arial" panose="020B0604020202020204" pitchFamily="34" charset="0"/>
              <a:buNone/>
            </a:pPr>
            <a:r>
              <a:rPr lang="zh-CN" altLang="en-US" sz="1400"/>
              <a:t>摘要：本发明公开了一种基于禁忌搜索算法的大语言模型安全测试方法和装置，包括：根据大语言模型的安全规范，将有害内容进行分类，并针对每类有害内容构建问题示例以及对应的目标内容；将构建的非安全模板作为初始化变量，基于初始化变量并在目标内容用于构建优化目标值的基础上，采用禁忌搜索算法对非安全模板进行全局优化，得到优化后非安全模板；将优化后非安全模板与问题示例组成问题提示输入至大语言模型中经计算得到生成内容，通过关键词判断或自动标签判断来判断生成内容的安全性，这样可以实现对大语言模型的安全测试。</a:t>
            </a:r>
            <a:endParaRPr lang="zh-CN" alt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03 </a:t>
            </a:r>
            <a:r>
              <a:rPr kumimoji="1" lang="zh-CN" altLang="en-US" dirty="0" smtClean="0"/>
              <a:t>解决的技术问题 </a:t>
            </a:r>
            <a:r>
              <a:rPr kumimoji="1" lang="en-US" altLang="zh-CN" dirty="0" smtClean="0"/>
              <a:t>&amp; 04 </a:t>
            </a:r>
            <a:r>
              <a:rPr kumimoji="1" lang="zh-CN" altLang="en-US" dirty="0" smtClean="0"/>
              <a:t>相应改进</a:t>
            </a:r>
            <a:r>
              <a:rPr kumimoji="1" lang="zh-CN" altLang="en-US" dirty="0"/>
              <a:t>手段</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8438179"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简要描述基于存在的问题、检索的现有技术，本方案解决的所有技术问题以及采用的手段</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10" name="文本框 9"/>
          <p:cNvSpPr txBox="1"/>
          <p:nvPr/>
        </p:nvSpPr>
        <p:spPr>
          <a:xfrm>
            <a:off x="638355" y="1180100"/>
            <a:ext cx="10915290" cy="3900170"/>
          </a:xfrm>
          <a:prstGeom prst="rect">
            <a:avLst/>
          </a:prstGeom>
          <a:noFill/>
        </p:spPr>
        <p:txBody>
          <a:bodyPr wrap="square" rtlCol="0">
            <a:spAutoFit/>
          </a:bodyPr>
          <a:lstStyle/>
          <a:p>
            <a:pPr>
              <a:lnSpc>
                <a:spcPct val="125000"/>
              </a:lnSpc>
            </a:pPr>
            <a:r>
              <a:rPr lang="zh-CN" altLang="en-US" dirty="0" smtClean="0"/>
              <a:t>技术问题</a:t>
            </a:r>
            <a:r>
              <a:rPr lang="en-US" altLang="zh-CN" dirty="0" smtClean="0"/>
              <a:t>1</a:t>
            </a:r>
            <a:r>
              <a:rPr lang="zh-CN" altLang="en-US" dirty="0" smtClean="0"/>
              <a:t>：</a:t>
            </a:r>
            <a:r>
              <a:rPr lang="zh-CN" altLang="en-US" b="1" dirty="0">
                <a:sym typeface="+mn-ea"/>
              </a:rPr>
              <a:t>子代算子生成机制单一</a:t>
            </a:r>
            <a:endParaRPr lang="en-US" altLang="zh-CN" dirty="0" smtClean="0"/>
          </a:p>
          <a:p>
            <a:pPr>
              <a:lnSpc>
                <a:spcPct val="125000"/>
              </a:lnSpc>
            </a:pPr>
            <a:r>
              <a:rPr lang="zh-CN" altLang="en-US" dirty="0" smtClean="0"/>
              <a:t>相应改进手段：</a:t>
            </a:r>
            <a:r>
              <a:rPr lang="en-US" altLang="zh-CN">
                <a:sym typeface="+mn-ea"/>
              </a:rPr>
              <a:t>LLM</a:t>
            </a:r>
            <a:r>
              <a:rPr lang="zh-CN" altLang="en-US">
                <a:sym typeface="+mn-ea"/>
              </a:rPr>
              <a:t>驱动的协同算子进化机制</a:t>
            </a:r>
            <a:endParaRPr kumimoji="1" lang="zh-CN" altLang="en-US" dirty="0" smtClean="0">
              <a:solidFill>
                <a:schemeClr val="tx1"/>
              </a:solidFill>
              <a:sym typeface="+mn-ea"/>
            </a:endParaRPr>
          </a:p>
          <a:p>
            <a:pPr>
              <a:lnSpc>
                <a:spcPct val="125000"/>
              </a:lnSpc>
            </a:pPr>
            <a:endParaRPr lang="en-US" altLang="zh-CN" dirty="0" smtClean="0"/>
          </a:p>
          <a:p>
            <a:pPr>
              <a:lnSpc>
                <a:spcPct val="125000"/>
              </a:lnSpc>
            </a:pPr>
            <a:endParaRPr lang="en-US" altLang="zh-CN" dirty="0" smtClean="0"/>
          </a:p>
          <a:p>
            <a:pPr>
              <a:lnSpc>
                <a:spcPct val="125000"/>
              </a:lnSpc>
            </a:pPr>
            <a:r>
              <a:rPr lang="zh-CN" altLang="en-US" dirty="0" smtClean="0"/>
              <a:t>技术问题</a:t>
            </a:r>
            <a:r>
              <a:rPr lang="en-US" altLang="zh-CN" dirty="0" smtClean="0"/>
              <a:t>2</a:t>
            </a:r>
            <a:r>
              <a:rPr lang="zh-CN" altLang="en-US" dirty="0" smtClean="0"/>
              <a:t>：</a:t>
            </a:r>
            <a:r>
              <a:rPr lang="zh-CN" altLang="en-US" b="1" dirty="0">
                <a:sym typeface="+mn-ea"/>
              </a:rPr>
              <a:t>种群信息利用不充分</a:t>
            </a:r>
            <a:endParaRPr lang="en-US" altLang="zh-CN" dirty="0" smtClean="0"/>
          </a:p>
          <a:p>
            <a:pPr>
              <a:lnSpc>
                <a:spcPct val="125000"/>
              </a:lnSpc>
            </a:pPr>
            <a:r>
              <a:rPr lang="zh-CN" altLang="en-US" dirty="0" smtClean="0"/>
              <a:t>相应改进手段：</a:t>
            </a:r>
            <a:r>
              <a:rPr lang="zh-CN" altLang="en-US">
                <a:sym typeface="+mn-ea"/>
              </a:rPr>
              <a:t>算子动态禁忌搜索策略</a:t>
            </a:r>
            <a:endParaRPr lang="zh-CN" altLang="en-US">
              <a:solidFill>
                <a:schemeClr val="tx1"/>
              </a:solidFill>
            </a:endParaRPr>
          </a:p>
          <a:p>
            <a:pPr>
              <a:lnSpc>
                <a:spcPct val="125000"/>
              </a:lnSpc>
            </a:pPr>
            <a:endParaRPr lang="en-US" altLang="zh-CN" dirty="0" smtClean="0"/>
          </a:p>
          <a:p>
            <a:pPr>
              <a:lnSpc>
                <a:spcPct val="125000"/>
              </a:lnSpc>
            </a:pPr>
            <a:endParaRPr lang="en-US" altLang="zh-CN" dirty="0" smtClean="0"/>
          </a:p>
          <a:p>
            <a:pPr>
              <a:lnSpc>
                <a:spcPct val="125000"/>
              </a:lnSpc>
            </a:pPr>
            <a:endParaRPr lang="en-US" altLang="zh-CN" dirty="0" smtClean="0"/>
          </a:p>
          <a:p>
            <a:pPr>
              <a:lnSpc>
                <a:spcPct val="125000"/>
              </a:lnSpc>
            </a:pPr>
            <a:endParaRPr lang="en-US" altLang="zh-CN" dirty="0"/>
          </a:p>
          <a:p>
            <a:pPr>
              <a:lnSpc>
                <a:spcPct val="125000"/>
              </a:lnSpc>
            </a:pP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5050" y="192406"/>
            <a:ext cx="11121422" cy="513416"/>
          </a:xfrm>
        </p:spPr>
        <p:txBody>
          <a:bodyPr>
            <a:normAutofit fontScale="90000"/>
          </a:bodyPr>
          <a:lstStyle/>
          <a:p>
            <a:r>
              <a:rPr kumimoji="1" lang="en-US" altLang="zh-CN" dirty="0" smtClean="0"/>
              <a:t>05 </a:t>
            </a:r>
            <a:r>
              <a:rPr kumimoji="1" lang="zh-CN" altLang="en-US" dirty="0" smtClean="0"/>
              <a:t>改进手段的详细描述</a:t>
            </a:r>
            <a:br>
              <a:rPr kumimoji="1" lang="zh-CN" altLang="en-US" dirty="0" smtClean="0"/>
            </a:br>
            <a:br>
              <a:rPr kumimoji="1" lang="zh-CN" altLang="en-US" dirty="0" smtClean="0"/>
            </a:br>
            <a:r>
              <a:rPr lang="en-US" altLang="zh-CN" sz="2200">
                <a:solidFill>
                  <a:schemeClr val="tx1"/>
                </a:solidFill>
                <a:sym typeface="+mn-ea"/>
              </a:rPr>
              <a:t>1</a:t>
            </a:r>
            <a:r>
              <a:rPr lang="zh-CN" altLang="en-US" sz="2200">
                <a:solidFill>
                  <a:schemeClr val="tx1"/>
                </a:solidFill>
                <a:sym typeface="+mn-ea"/>
              </a:rPr>
              <a:t>）</a:t>
            </a:r>
            <a:r>
              <a:rPr lang="en-US" altLang="zh-CN" sz="2200">
                <a:solidFill>
                  <a:schemeClr val="tx1"/>
                </a:solidFill>
                <a:sym typeface="+mn-ea"/>
              </a:rPr>
              <a:t>LLM</a:t>
            </a:r>
            <a:r>
              <a:rPr lang="zh-CN" altLang="en-US" sz="2200">
                <a:solidFill>
                  <a:schemeClr val="tx1"/>
                </a:solidFill>
                <a:sym typeface="+mn-ea"/>
              </a:rPr>
              <a:t>驱动的协同算子进化机制</a:t>
            </a:r>
            <a:endParaRPr kumimoji="1" lang="zh-CN" altLang="en-US" sz="2200" dirty="0" smtClean="0">
              <a:solidFill>
                <a:schemeClr val="tx1"/>
              </a:solidFill>
              <a:sym typeface="+mn-ea"/>
            </a:endParaRPr>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3" name="文本框 2"/>
          <p:cNvSpPr txBox="1"/>
          <p:nvPr/>
        </p:nvSpPr>
        <p:spPr>
          <a:xfrm>
            <a:off x="0" y="2421890"/>
            <a:ext cx="6774180" cy="3384550"/>
          </a:xfrm>
          <a:prstGeom prst="rect">
            <a:avLst/>
          </a:prstGeom>
          <a:noFill/>
        </p:spPr>
        <p:txBody>
          <a:bodyPr wrap="square" rtlCol="0">
            <a:spAutoFit/>
          </a:bodyPr>
          <a:p>
            <a:r>
              <a:rPr lang="en-US" altLang="zh-CN"/>
              <a:t>1. </a:t>
            </a:r>
            <a:r>
              <a:rPr lang="zh-CN" altLang="en-US"/>
              <a:t>结合父代信息生成多样化子代算子</a:t>
            </a:r>
            <a:endParaRPr lang="zh-CN" altLang="en-US"/>
          </a:p>
          <a:p>
            <a:pPr marL="285750" indent="-285750">
              <a:buFont typeface="Arial" panose="020B0604020202020204" pitchFamily="34" charset="0"/>
              <a:buChar char="•"/>
            </a:pPr>
            <a:r>
              <a:rPr lang="zh-CN" altLang="en-US" sz="1600"/>
              <a:t>首先分析当前种群中表现较优的父代算子，提取其结构特征、语义描述、搜索行为和历史适应度等信息。</a:t>
            </a:r>
            <a:endParaRPr lang="zh-CN" altLang="en-US" sz="1600"/>
          </a:p>
          <a:p>
            <a:pPr marL="285750" indent="-285750">
              <a:buFont typeface="Arial" panose="020B0604020202020204" pitchFamily="34" charset="0"/>
              <a:buChar char="•"/>
            </a:pPr>
            <a:r>
              <a:rPr lang="zh-CN" altLang="en-US" sz="1600"/>
              <a:t>与传统基于结构重组的算子生成方法不同，本方法强调语义层面的继承与变异，使得子代在保留有效行为逻辑的同时，具备更高的创新性和探索性。</a:t>
            </a:r>
            <a:endParaRPr lang="zh-CN" altLang="en-US" sz="1600"/>
          </a:p>
          <a:p>
            <a:endParaRPr lang="zh-CN" altLang="en-US"/>
          </a:p>
          <a:p>
            <a:pPr algn="l">
              <a:buClrTx/>
              <a:buSzTx/>
              <a:buFontTx/>
            </a:pPr>
            <a:r>
              <a:rPr lang="en-US" altLang="zh-CN"/>
              <a:t>2. </a:t>
            </a:r>
            <a:r>
              <a:rPr lang="en-US" altLang="zh-CN" sz="1800"/>
              <a:t>结合种群特征指导算子生成</a:t>
            </a:r>
            <a:endParaRPr lang="en-US" altLang="zh-CN" sz="1800"/>
          </a:p>
          <a:p>
            <a:pPr marL="285750" indent="-285750" algn="l">
              <a:buClrTx/>
              <a:buSzTx/>
              <a:buFont typeface="Arial" panose="020B0604020202020204" pitchFamily="34" charset="0"/>
              <a:buChar char="•"/>
            </a:pPr>
            <a:r>
              <a:rPr lang="zh-CN" altLang="en-US" sz="1600"/>
              <a:t>对当前种群中算子的使用频率、适应度贡献分布、结构冗余情况以及行为多样性等数据进行统计，形成代表演化阶段状态的种群特征表达。</a:t>
            </a:r>
            <a:endParaRPr lang="zh-CN" altLang="en-US" sz="1600"/>
          </a:p>
          <a:p>
            <a:pPr marL="285750" indent="-285750" algn="l">
              <a:buClrTx/>
              <a:buSzTx/>
              <a:buFont typeface="Arial" panose="020B0604020202020204" pitchFamily="34" charset="0"/>
              <a:buChar char="•"/>
            </a:pPr>
            <a:r>
              <a:rPr lang="zh-CN" altLang="en-US" sz="1600"/>
              <a:t>特征被用于辅助控制大语言模型生成算子的方向，使生成过程不仅参考个体父代信息，还能响应整个种群在当前搜索阶段的需求。</a:t>
            </a:r>
            <a:endParaRPr lang="zh-CN" altLang="en-US" sz="1600"/>
          </a:p>
          <a:p>
            <a:pPr marL="285750" indent="-285750" algn="l">
              <a:buClrTx/>
              <a:buSzTx/>
              <a:buFont typeface="Arial" panose="020B0604020202020204" pitchFamily="34" charset="0"/>
              <a:buChar char="•"/>
            </a:pPr>
            <a:endParaRPr lang="zh-CN" altLang="en-US" sz="1600"/>
          </a:p>
        </p:txBody>
      </p:sp>
      <p:graphicFrame>
        <p:nvGraphicFramePr>
          <p:cNvPr id="4" name="对象 3"/>
          <p:cNvGraphicFramePr/>
          <p:nvPr/>
        </p:nvGraphicFramePr>
        <p:xfrm>
          <a:off x="5269865" y="186055"/>
          <a:ext cx="6494780" cy="1864995"/>
        </p:xfrm>
        <a:graphic>
          <a:graphicData uri="http://schemas.openxmlformats.org/presentationml/2006/ole">
            <mc:AlternateContent xmlns:mc="http://schemas.openxmlformats.org/markup-compatibility/2006">
              <mc:Choice xmlns:v="urn:schemas-microsoft-com:vml" Requires="v">
                <p:oleObj spid="_x0000_s6" name="" r:id="rId1" imgW="5512435" imgH="1603375" progId="Visio.Drawing.15">
                  <p:embed/>
                </p:oleObj>
              </mc:Choice>
              <mc:Fallback>
                <p:oleObj name="" r:id="rId1" imgW="5512435" imgH="1603375" progId="Visio.Drawing.15">
                  <p:embed/>
                  <p:pic>
                    <p:nvPicPr>
                      <p:cNvPr id="0" name="图片 2"/>
                      <p:cNvPicPr/>
                      <p:nvPr/>
                    </p:nvPicPr>
                    <p:blipFill>
                      <a:blip r:embed="rId2"/>
                      <a:stretch>
                        <a:fillRect/>
                      </a:stretch>
                    </p:blipFill>
                    <p:spPr>
                      <a:xfrm>
                        <a:off x="5269865" y="186055"/>
                        <a:ext cx="6494780" cy="1864995"/>
                      </a:xfrm>
                      <a:prstGeom prst="rect">
                        <a:avLst/>
                      </a:prstGeom>
                    </p:spPr>
                  </p:pic>
                </p:oleObj>
              </mc:Fallback>
            </mc:AlternateContent>
          </a:graphicData>
        </a:graphic>
      </p:graphicFrame>
      <p:sp>
        <p:nvSpPr>
          <p:cNvPr id="12" name="矩形 11"/>
          <p:cNvSpPr/>
          <p:nvPr/>
        </p:nvSpPr>
        <p:spPr>
          <a:xfrm>
            <a:off x="5238750" y="192405"/>
            <a:ext cx="6525260" cy="99758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14" name="对象 13"/>
          <p:cNvGraphicFramePr/>
          <p:nvPr/>
        </p:nvGraphicFramePr>
        <p:xfrm>
          <a:off x="7129780" y="2421890"/>
          <a:ext cx="4888230" cy="3025775"/>
        </p:xfrm>
        <a:graphic>
          <a:graphicData uri="http://schemas.openxmlformats.org/presentationml/2006/ole">
            <mc:AlternateContent xmlns:mc="http://schemas.openxmlformats.org/markup-compatibility/2006">
              <mc:Choice xmlns:v="urn:schemas-microsoft-com:vml" Requires="v">
                <p:oleObj spid="_x0000_s15" name="" r:id="rId3" imgW="3766820" imgH="2343785" progId="Visio.Drawing.15">
                  <p:embed/>
                </p:oleObj>
              </mc:Choice>
              <mc:Fallback>
                <p:oleObj name="" r:id="rId3" imgW="3766820" imgH="2343785" progId="Visio.Drawing.15">
                  <p:embed/>
                  <p:pic>
                    <p:nvPicPr>
                      <p:cNvPr id="0" name="图片 11"/>
                      <p:cNvPicPr/>
                      <p:nvPr/>
                    </p:nvPicPr>
                    <p:blipFill>
                      <a:blip r:embed="rId4"/>
                      <a:stretch>
                        <a:fillRect/>
                      </a:stretch>
                    </p:blipFill>
                    <p:spPr>
                      <a:xfrm>
                        <a:off x="7129780" y="2421890"/>
                        <a:ext cx="4888230" cy="3025775"/>
                      </a:xfrm>
                      <a:prstGeom prst="rect">
                        <a:avLst/>
                      </a:prstGeom>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2520" y="265431"/>
            <a:ext cx="11121422" cy="513416"/>
          </a:xfrm>
        </p:spPr>
        <p:txBody>
          <a:bodyPr>
            <a:normAutofit fontScale="90000"/>
          </a:bodyPr>
          <a:lstStyle/>
          <a:p>
            <a:pPr algn="l">
              <a:buClrTx/>
              <a:buSzTx/>
              <a:buFontTx/>
            </a:pPr>
            <a:r>
              <a:rPr kumimoji="1" lang="en-US" altLang="zh-CN" dirty="0" smtClean="0"/>
              <a:t>05 </a:t>
            </a:r>
            <a:r>
              <a:rPr kumimoji="1" lang="zh-CN" altLang="en-US" dirty="0" smtClean="0"/>
              <a:t>改进手段的详细描述</a:t>
            </a:r>
            <a:br>
              <a:rPr kumimoji="1" lang="zh-CN" altLang="en-US" dirty="0" smtClean="0"/>
            </a:br>
            <a:br>
              <a:rPr kumimoji="1" lang="zh-CN" altLang="en-US" dirty="0" smtClean="0"/>
            </a:br>
            <a:r>
              <a:rPr lang="zh-CN" altLang="en-US" sz="2200">
                <a:solidFill>
                  <a:schemeClr val="tx1"/>
                </a:solidFill>
                <a:sym typeface="+mn-ea"/>
              </a:rPr>
              <a:t>1）算子动态禁忌搜索策略</a:t>
            </a:r>
            <a:endParaRPr lang="zh-CN" altLang="en-US" sz="2200">
              <a:solidFill>
                <a:schemeClr val="tx1"/>
              </a:solidFill>
            </a:endParaRPr>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3" name="文本框 2"/>
          <p:cNvSpPr txBox="1"/>
          <p:nvPr/>
        </p:nvSpPr>
        <p:spPr>
          <a:xfrm>
            <a:off x="0" y="2418715"/>
            <a:ext cx="6774180" cy="3384550"/>
          </a:xfrm>
          <a:prstGeom prst="rect">
            <a:avLst/>
          </a:prstGeom>
          <a:noFill/>
        </p:spPr>
        <p:txBody>
          <a:bodyPr wrap="square" rtlCol="0">
            <a:spAutoFit/>
          </a:bodyPr>
          <a:p>
            <a:r>
              <a:rPr lang="zh-CN" altLang="en-US"/>
              <a:t>1. </a:t>
            </a:r>
            <a:r>
              <a:rPr lang="zh-CN" altLang="en-US" sz="1800"/>
              <a:t>基于算子性能贡献评估的动态禁忌机制</a:t>
            </a:r>
            <a:endParaRPr lang="zh-CN" altLang="en-US" sz="1800"/>
          </a:p>
          <a:p>
            <a:pPr marL="285750" indent="-285750" algn="l">
              <a:buClrTx/>
              <a:buSzTx/>
              <a:buFont typeface="Arial" panose="020B0604020202020204" pitchFamily="34" charset="0"/>
              <a:buChar char="•"/>
            </a:pPr>
            <a:r>
              <a:rPr lang="zh-CN" altLang="en-US" sz="1600"/>
              <a:t>在演化过程中，系统持续记录每个算子的历史表现，包括其在各代中的适应度贡献、使用频率与重复使用后产生的边际效益等指标。</a:t>
            </a:r>
            <a:endParaRPr lang="zh-CN" altLang="en-US" sz="1600"/>
          </a:p>
          <a:p>
            <a:pPr marL="285750" indent="-285750" algn="l">
              <a:buClrTx/>
              <a:buSzTx/>
              <a:buFont typeface="Arial" panose="020B0604020202020204" pitchFamily="34" charset="0"/>
              <a:buChar char="•"/>
            </a:pPr>
            <a:r>
              <a:rPr lang="zh-CN" altLang="en-US" sz="1600"/>
              <a:t>若某算子在一段时间内表现退化、贡献较低或存在冗余趋势，则将其暂时列入禁忌列表。在禁忌期间，该算子不会被用于生成新个体，避免无效搜索的持续扩散。</a:t>
            </a:r>
            <a:endParaRPr lang="zh-CN" altLang="en-US" sz="1600"/>
          </a:p>
          <a:p>
            <a:endParaRPr lang="zh-CN" altLang="en-US"/>
          </a:p>
          <a:p>
            <a:r>
              <a:rPr lang="zh-CN" altLang="en-US"/>
              <a:t>2. </a:t>
            </a:r>
            <a:r>
              <a:rPr lang="zh-CN" altLang="en-US" sz="1800"/>
              <a:t>基于语义与搜索行为的算子冲突检测与调控</a:t>
            </a:r>
            <a:endParaRPr lang="zh-CN" altLang="en-US" sz="1800"/>
          </a:p>
          <a:p>
            <a:pPr marL="285750" indent="-285750">
              <a:buFont typeface="Arial" panose="020B0604020202020204" pitchFamily="34" charset="0"/>
              <a:buChar char="•"/>
            </a:pPr>
            <a:r>
              <a:rPr lang="zh-CN" altLang="en-US" sz="1600"/>
              <a:t>关注算子之间的潜在语义冲突问题。通过分析算子的结构表达与作用逻辑，识别可能存在功能重复、目标重叠或行为互斥的算子组合。</a:t>
            </a:r>
            <a:endParaRPr lang="zh-CN" altLang="en-US" sz="1600"/>
          </a:p>
          <a:p>
            <a:pPr marL="285750" indent="-285750">
              <a:buFont typeface="Arial" panose="020B0604020202020204" pitchFamily="34" charset="0"/>
              <a:buChar char="•"/>
            </a:pPr>
            <a:r>
              <a:rPr lang="zh-CN" altLang="en-US" sz="1600"/>
              <a:t>当两个算子分别依赖相似的调度规则或优化方向时，若被频繁同时使用，可能导致搜索陷入局部震荡或方向对冲。</a:t>
            </a:r>
            <a:endParaRPr lang="zh-CN" altLang="en-US" sz="1600"/>
          </a:p>
          <a:p>
            <a:endParaRPr lang="zh-CN" altLang="en-US" sz="1600"/>
          </a:p>
        </p:txBody>
      </p:sp>
      <p:graphicFrame>
        <p:nvGraphicFramePr>
          <p:cNvPr id="4" name="对象 3"/>
          <p:cNvGraphicFramePr/>
          <p:nvPr/>
        </p:nvGraphicFramePr>
        <p:xfrm>
          <a:off x="5269865" y="186055"/>
          <a:ext cx="6494780" cy="1864995"/>
        </p:xfrm>
        <a:graphic>
          <a:graphicData uri="http://schemas.openxmlformats.org/presentationml/2006/ole">
            <mc:AlternateContent xmlns:mc="http://schemas.openxmlformats.org/markup-compatibility/2006">
              <mc:Choice xmlns:v="urn:schemas-microsoft-com:vml" Requires="v">
                <p:oleObj spid="_x0000_s6" name="" r:id="rId1" imgW="5512435" imgH="1603375" progId="Visio.Drawing.15">
                  <p:embed/>
                </p:oleObj>
              </mc:Choice>
              <mc:Fallback>
                <p:oleObj name="" r:id="rId1" imgW="5512435" imgH="1603375" progId="Visio.Drawing.15">
                  <p:embed/>
                  <p:pic>
                    <p:nvPicPr>
                      <p:cNvPr id="0" name="图片 2"/>
                      <p:cNvPicPr/>
                      <p:nvPr/>
                    </p:nvPicPr>
                    <p:blipFill>
                      <a:blip r:embed="rId2"/>
                      <a:stretch>
                        <a:fillRect/>
                      </a:stretch>
                    </p:blipFill>
                    <p:spPr>
                      <a:xfrm>
                        <a:off x="5269865" y="186055"/>
                        <a:ext cx="6494780" cy="1864995"/>
                      </a:xfrm>
                      <a:prstGeom prst="rect">
                        <a:avLst/>
                      </a:prstGeom>
                    </p:spPr>
                  </p:pic>
                </p:oleObj>
              </mc:Fallback>
            </mc:AlternateContent>
          </a:graphicData>
        </a:graphic>
      </p:graphicFrame>
      <p:sp>
        <p:nvSpPr>
          <p:cNvPr id="12" name="矩形 11"/>
          <p:cNvSpPr/>
          <p:nvPr/>
        </p:nvSpPr>
        <p:spPr>
          <a:xfrm>
            <a:off x="5238750" y="1173480"/>
            <a:ext cx="5622925" cy="87693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14" name="对象 13"/>
          <p:cNvGraphicFramePr/>
          <p:nvPr/>
        </p:nvGraphicFramePr>
        <p:xfrm>
          <a:off x="7520305" y="2390775"/>
          <a:ext cx="3926205" cy="3836670"/>
        </p:xfrm>
        <a:graphic>
          <a:graphicData uri="http://schemas.openxmlformats.org/presentationml/2006/ole">
            <mc:AlternateContent xmlns:mc="http://schemas.openxmlformats.org/markup-compatibility/2006">
              <mc:Choice xmlns:v="urn:schemas-microsoft-com:vml" Requires="v">
                <p:oleObj spid="_x0000_s15" name="" r:id="rId3" imgW="3077845" imgH="3007360" progId="Visio.Drawing.15">
                  <p:embed/>
                </p:oleObj>
              </mc:Choice>
              <mc:Fallback>
                <p:oleObj name="" r:id="rId3" imgW="3077845" imgH="3007360" progId="Visio.Drawing.15">
                  <p:embed/>
                  <p:pic>
                    <p:nvPicPr>
                      <p:cNvPr id="0" name="图片 4"/>
                      <p:cNvPicPr/>
                      <p:nvPr/>
                    </p:nvPicPr>
                    <p:blipFill>
                      <a:blip r:embed="rId4"/>
                      <a:stretch>
                        <a:fillRect/>
                      </a:stretch>
                    </p:blipFill>
                    <p:spPr>
                      <a:xfrm>
                        <a:off x="7520305" y="2390775"/>
                        <a:ext cx="3926205" cy="3836670"/>
                      </a:xfrm>
                      <a:prstGeom prst="rect">
                        <a:avLst/>
                      </a:prstGeom>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06 </a:t>
            </a:r>
            <a:r>
              <a:rPr kumimoji="1" lang="zh-CN" altLang="en-US" dirty="0" smtClean="0"/>
              <a:t>扩展</a:t>
            </a:r>
            <a:r>
              <a:rPr kumimoji="1" lang="en-US" altLang="zh-CN" dirty="0" smtClean="0"/>
              <a:t>/</a:t>
            </a:r>
            <a:r>
              <a:rPr kumimoji="1" lang="zh-CN" altLang="en-US" dirty="0" smtClean="0"/>
              <a:t>替换方案</a:t>
            </a:r>
            <a:endParaRPr kumimoji="1" lang="zh-CN" altLang="en-US" dirty="0"/>
          </a:p>
        </p:txBody>
      </p:sp>
      <p:sp>
        <p:nvSpPr>
          <p:cNvPr id="5" name="幻灯片编号占位符 4"/>
          <p:cNvSpPr>
            <a:spLocks noGrp="1"/>
          </p:cNvSpPr>
          <p:nvPr>
            <p:ph type="sldNum" sz="quarter" idx="12"/>
          </p:nvPr>
        </p:nvSpPr>
        <p:spPr/>
        <p:txBody>
          <a:bodyPr/>
          <a:lstStyle/>
          <a:p>
            <a:fld id="{07981757-A667-704E-B799-643DAFF31F89}" type="slidenum">
              <a:rPr kumimoji="1" lang="zh-CN" altLang="en-US" smtClean="0"/>
            </a:fld>
            <a:endParaRPr kumimoji="1" lang="zh-CN" altLang="en-US"/>
          </a:p>
        </p:txBody>
      </p:sp>
      <p:sp>
        <p:nvSpPr>
          <p:cNvPr id="7" name="20年可追溯，人机料法环大数据"/>
          <p:cNvSpPr txBox="1"/>
          <p:nvPr/>
        </p:nvSpPr>
        <p:spPr>
          <a:xfrm>
            <a:off x="567798" y="769341"/>
            <a:ext cx="8696972" cy="369332"/>
          </a:xfrm>
          <a:prstGeom prst="rect">
            <a:avLst/>
          </a:prstGeom>
          <a:ln w="12700">
            <a:miter lim="400000"/>
          </a:ln>
        </p:spPr>
        <p:txBody>
          <a:bodyPr wrap="square" lIns="60960" tIns="60960" rIns="60960" bIns="60960">
            <a:spAutoFit/>
          </a:bodyPr>
          <a:lstStyle>
            <a:lvl1pPr marL="457200" indent="-457200" algn="l" defTabSz="1219200">
              <a:defRPr sz="3200" b="0">
                <a:solidFill>
                  <a:srgbClr val="14239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defTabSz="609600">
              <a:defRPr sz="3200" b="0">
                <a:solidFill>
                  <a:srgbClr val="121B9C"/>
                </a:solidFill>
                <a:latin typeface="Helvetica"/>
                <a:ea typeface="Helvetica"/>
                <a:cs typeface="Helvetica"/>
                <a:sym typeface="Helvetica"/>
              </a:defRPr>
            </a:pPr>
            <a:r>
              <a:rPr lang="zh-CN" altLang="en-US" sz="1600" dirty="0" smtClean="0">
                <a:solidFill>
                  <a:srgbClr val="898989"/>
                </a:solidFill>
                <a:latin typeface="微软雅黑" panose="020B0503020204020204" charset="-122"/>
                <a:ea typeface="微软雅黑" panose="020B0503020204020204" charset="-122"/>
                <a:cs typeface="微软雅黑" panose="020B0503020204020204" charset="-122"/>
              </a:rPr>
              <a:t>图文结合描述每个改进手段的扩展、可替换手段</a:t>
            </a:r>
            <a:endParaRPr lang="zh-CN" altLang="en-US" sz="1600" dirty="0">
              <a:solidFill>
                <a:srgbClr val="898989"/>
              </a:solidFill>
              <a:latin typeface="微软雅黑" panose="020B0503020204020204" charset="-122"/>
              <a:ea typeface="微软雅黑" panose="020B0503020204020204" charset="-122"/>
              <a:cs typeface="微软雅黑" panose="020B0503020204020204" charset="-122"/>
            </a:endParaRPr>
          </a:p>
        </p:txBody>
      </p:sp>
      <p:sp>
        <p:nvSpPr>
          <p:cNvPr id="8" name="文本占位符 5"/>
          <p:cNvSpPr txBox="1"/>
          <p:nvPr/>
        </p:nvSpPr>
        <p:spPr>
          <a:xfrm>
            <a:off x="6366815" y="2687216"/>
            <a:ext cx="5298607" cy="31577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9" name="文本占位符 5"/>
          <p:cNvSpPr txBox="1"/>
          <p:nvPr/>
        </p:nvSpPr>
        <p:spPr>
          <a:xfrm>
            <a:off x="6568751" y="2444620"/>
            <a:ext cx="5078011"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1" name="文本占位符 5"/>
          <p:cNvSpPr txBox="1"/>
          <p:nvPr/>
        </p:nvSpPr>
        <p:spPr>
          <a:xfrm>
            <a:off x="6329492" y="2444620"/>
            <a:ext cx="5298607" cy="34003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kumimoji="1" lang="zh-CN" altLang="en-US">
              <a:solidFill>
                <a:srgbClr val="4D5358"/>
              </a:solidFill>
            </a:endParaRPr>
          </a:p>
        </p:txBody>
      </p:sp>
      <p:sp>
        <p:nvSpPr>
          <p:cNvPr id="13" name="页脚占位符 4"/>
          <p:cNvSpPr>
            <a:spLocks noGrp="1"/>
          </p:cNvSpPr>
          <p:nvPr>
            <p:ph type="ftr" sz="quarter" idx="3"/>
          </p:nvPr>
        </p:nvSpPr>
        <p:spPr>
          <a:xfrm>
            <a:off x="2173260" y="6392174"/>
            <a:ext cx="4114800" cy="247673"/>
          </a:xfrm>
          <a:prstGeom prst="rect">
            <a:avLst/>
          </a:prstGeom>
        </p:spPr>
        <p:txBody>
          <a:bodyPr vert="horz" lIns="91440" tIns="45720" rIns="91440" bIns="45720" rtlCol="0" anchor="ctr"/>
          <a:lstStyle>
            <a:lvl1pPr algn="l">
              <a:defRPr kumimoji="1" lang="zh-CN" altLang="en-US" sz="900">
                <a:solidFill>
                  <a:srgbClr val="898989"/>
                </a:solidFill>
                <a:latin typeface="+mj-ea"/>
              </a:defRPr>
            </a:lvl1pPr>
          </a:lstStyle>
          <a:p>
            <a:r>
              <a:rPr lang="en-GB" altLang="zh-CN"/>
              <a:t>*Internal</a:t>
            </a:r>
            <a:r>
              <a:rPr lang="zh-CN" altLang="en-US"/>
              <a:t> 内部</a:t>
            </a:r>
            <a:endParaRPr lang="zh-CN" altLang="en-US" dirty="0"/>
          </a:p>
        </p:txBody>
      </p:sp>
      <p:sp>
        <p:nvSpPr>
          <p:cNvPr id="10" name="文本框 9"/>
          <p:cNvSpPr txBox="1"/>
          <p:nvPr/>
        </p:nvSpPr>
        <p:spPr>
          <a:xfrm>
            <a:off x="567690" y="1209675"/>
            <a:ext cx="10915015" cy="3934460"/>
          </a:xfrm>
          <a:prstGeom prst="rect">
            <a:avLst/>
          </a:prstGeom>
          <a:noFill/>
        </p:spPr>
        <p:txBody>
          <a:bodyPr wrap="square" rtlCol="0">
            <a:noAutofit/>
          </a:bodyPr>
          <a:lstStyle/>
          <a:p>
            <a:pPr>
              <a:lnSpc>
                <a:spcPct val="125000"/>
              </a:lnSpc>
            </a:pPr>
            <a:endParaRPr lang="zh-CN" altLang="en-US" dirty="0" smtClean="0"/>
          </a:p>
          <a:p>
            <a:pPr>
              <a:lnSpc>
                <a:spcPct val="125000"/>
              </a:lnSpc>
            </a:pPr>
            <a:r>
              <a:rPr lang="zh-CN" altLang="en-US">
                <a:sym typeface="+mn-ea"/>
              </a:rPr>
              <a:t>1）</a:t>
            </a:r>
            <a:r>
              <a:rPr lang="zh-CN" altLang="en-US">
                <a:sym typeface="+mn-ea"/>
              </a:rPr>
              <a:t>LLM驱动的协同算子进化机制</a:t>
            </a:r>
            <a:endParaRPr lang="zh-CN" altLang="en-US">
              <a:sym typeface="+mn-ea"/>
            </a:endParaRPr>
          </a:p>
          <a:p>
            <a:pPr>
              <a:lnSpc>
                <a:spcPct val="125000"/>
              </a:lnSpc>
            </a:pPr>
            <a:r>
              <a:rPr lang="zh-CN" altLang="en-US">
                <a:solidFill>
                  <a:schemeClr val="tx1"/>
                </a:solidFill>
                <a:sym typeface="+mn-ea"/>
              </a:rPr>
              <a:t>结合人工</a:t>
            </a:r>
            <a:r>
              <a:rPr lang="zh-CN" altLang="en-US">
                <a:solidFill>
                  <a:schemeClr val="tx1"/>
                </a:solidFill>
                <a:sym typeface="+mn-ea"/>
              </a:rPr>
              <a:t>经验：结合大模型反思等技术与专家人工设计的种群评估方式，帮助算子种群协同</a:t>
            </a:r>
            <a:r>
              <a:rPr lang="zh-CN" altLang="en-US">
                <a:solidFill>
                  <a:schemeClr val="tx1"/>
                </a:solidFill>
                <a:sym typeface="+mn-ea"/>
              </a:rPr>
              <a:t>进化</a:t>
            </a:r>
            <a:endParaRPr lang="zh-CN" altLang="en-US">
              <a:solidFill>
                <a:schemeClr val="tx1"/>
              </a:solidFill>
              <a:sym typeface="+mn-ea"/>
            </a:endParaRPr>
          </a:p>
          <a:p>
            <a:pPr>
              <a:lnSpc>
                <a:spcPct val="125000"/>
              </a:lnSpc>
            </a:pPr>
            <a:endParaRPr lang="zh-CN" altLang="en-US">
              <a:solidFill>
                <a:schemeClr val="tx1"/>
              </a:solidFill>
              <a:sym typeface="+mn-ea"/>
            </a:endParaRPr>
          </a:p>
          <a:p>
            <a:pPr>
              <a:lnSpc>
                <a:spcPct val="125000"/>
              </a:lnSpc>
            </a:pPr>
            <a:r>
              <a:rPr lang="zh-CN" altLang="en-US">
                <a:sym typeface="+mn-ea"/>
              </a:rPr>
              <a:t>2）算子动态禁忌搜索策略</a:t>
            </a:r>
            <a:endParaRPr lang="zh-CN" altLang="en-US">
              <a:solidFill>
                <a:schemeClr val="tx1"/>
              </a:solidFill>
            </a:endParaRPr>
          </a:p>
          <a:p>
            <a:pPr>
              <a:lnSpc>
                <a:spcPct val="125000"/>
              </a:lnSpc>
            </a:pPr>
            <a:r>
              <a:rPr lang="en-US" altLang="zh-CN"/>
              <a:t>prompte</a:t>
            </a:r>
            <a:r>
              <a:rPr lang="zh-CN" altLang="en-US"/>
              <a:t>设计：压缩种群算子的特征，并在大模型生成算子时，命令其不生成重复或不满足特定要求的</a:t>
            </a:r>
            <a:r>
              <a:rPr lang="zh-CN" altLang="en-US"/>
              <a:t>算子。</a:t>
            </a:r>
            <a:endParaRPr lang="zh-CN" altLang="en-US"/>
          </a:p>
          <a:p>
            <a:pPr>
              <a:lnSpc>
                <a:spcPct val="125000"/>
              </a:lnSpc>
            </a:pP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en-US" altLang="zh-CN" dirty="0" smtClean="0"/>
          </a:p>
          <a:p>
            <a:pPr>
              <a:lnSpc>
                <a:spcPct val="125000"/>
              </a:lnSpc>
            </a:pPr>
            <a:endParaRPr lang="en-US" altLang="zh-CN" dirty="0"/>
          </a:p>
          <a:p>
            <a:pPr>
              <a:lnSpc>
                <a:spcPct val="125000"/>
              </a:lnSpc>
            </a:pP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QR 代码&#10;&#10;描述已自动生成"/>
          <p:cNvPicPr>
            <a:picLocks noChangeAspect="1"/>
          </p:cNvPicPr>
          <p:nvPr/>
        </p:nvPicPr>
        <p:blipFill>
          <a:blip r:embed="rId1"/>
          <a:stretch>
            <a:fillRect/>
          </a:stretch>
        </p:blipFill>
        <p:spPr>
          <a:xfrm>
            <a:off x="10439399" y="5157787"/>
            <a:ext cx="1133475" cy="1133475"/>
          </a:xfrm>
          <a:prstGeom prst="rect">
            <a:avLst/>
          </a:prstGeom>
        </p:spPr>
      </p:pic>
    </p:spTree>
  </p:cSld>
  <p:clrMapOvr>
    <a:masterClrMapping/>
  </p:clrMapOvr>
</p:sld>
</file>

<file path=ppt/theme/theme1.xml><?xml version="1.0" encoding="utf-8"?>
<a:theme xmlns:a="http://schemas.openxmlformats.org/drawingml/2006/main" name="常规封面样式">
  <a:themeElements>
    <a:clrScheme name="自定义 1">
      <a:dk1>
        <a:srgbClr val="000000"/>
      </a:dk1>
      <a:lt1>
        <a:srgbClr val="FFFFFF"/>
      </a:lt1>
      <a:dk2>
        <a:srgbClr val="20272A"/>
      </a:dk2>
      <a:lt2>
        <a:srgbClr val="DDE1E6"/>
      </a:lt2>
      <a:accent1>
        <a:srgbClr val="0028AA"/>
      </a:accent1>
      <a:accent2>
        <a:srgbClr val="001964"/>
      </a:accent2>
      <a:accent3>
        <a:srgbClr val="00A5FF"/>
      </a:accent3>
      <a:accent4>
        <a:srgbClr val="FF2841"/>
      </a:accent4>
      <a:accent5>
        <a:srgbClr val="FFC841"/>
      </a:accent5>
      <a:accent6>
        <a:srgbClr val="00C86E"/>
      </a:accent6>
      <a:hlink>
        <a:srgbClr val="0064FF"/>
      </a:hlink>
      <a:folHlink>
        <a:srgbClr val="687078"/>
      </a:folHlink>
    </a:clrScheme>
    <a:fontScheme name="自定义 2">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辅助识别-封面版式">
  <a:themeElements>
    <a:clrScheme name="自定义 1">
      <a:dk1>
        <a:srgbClr val="000000"/>
      </a:dk1>
      <a:lt1>
        <a:srgbClr val="FFFFFF"/>
      </a:lt1>
      <a:dk2>
        <a:srgbClr val="20272A"/>
      </a:dk2>
      <a:lt2>
        <a:srgbClr val="DDE1E6"/>
      </a:lt2>
      <a:accent1>
        <a:srgbClr val="0028AA"/>
      </a:accent1>
      <a:accent2>
        <a:srgbClr val="001964"/>
      </a:accent2>
      <a:accent3>
        <a:srgbClr val="00A5FF"/>
      </a:accent3>
      <a:accent4>
        <a:srgbClr val="FF2841"/>
      </a:accent4>
      <a:accent5>
        <a:srgbClr val="FFC841"/>
      </a:accent5>
      <a:accent6>
        <a:srgbClr val="00C86E"/>
      </a:accent6>
      <a:hlink>
        <a:srgbClr val="0064FF"/>
      </a:hlink>
      <a:folHlink>
        <a:srgbClr val="687078"/>
      </a:folHlink>
    </a:clrScheme>
    <a:fontScheme name="自定义 2">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内页模板样式">
  <a:themeElements>
    <a:clrScheme name="自定义 1">
      <a:dk1>
        <a:srgbClr val="000000"/>
      </a:dk1>
      <a:lt1>
        <a:srgbClr val="FFFFFF"/>
      </a:lt1>
      <a:dk2>
        <a:srgbClr val="20272A"/>
      </a:dk2>
      <a:lt2>
        <a:srgbClr val="DDE1E6"/>
      </a:lt2>
      <a:accent1>
        <a:srgbClr val="0028AA"/>
      </a:accent1>
      <a:accent2>
        <a:srgbClr val="001964"/>
      </a:accent2>
      <a:accent3>
        <a:srgbClr val="00A5FF"/>
      </a:accent3>
      <a:accent4>
        <a:srgbClr val="FF2841"/>
      </a:accent4>
      <a:accent5>
        <a:srgbClr val="FFC841"/>
      </a:accent5>
      <a:accent6>
        <a:srgbClr val="00C86E"/>
      </a:accent6>
      <a:hlink>
        <a:srgbClr val="0064FF"/>
      </a:hlink>
      <a:folHlink>
        <a:srgbClr val="687078"/>
      </a:folHlink>
    </a:clrScheme>
    <a:fontScheme name="自定义 2">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2366</Words>
  <Application>WPS 演示</Application>
  <PresentationFormat>宽屏</PresentationFormat>
  <Paragraphs>180</Paragraphs>
  <Slides>10</Slides>
  <Notes>0</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4</vt:i4>
      </vt:variant>
      <vt:variant>
        <vt:lpstr>幻灯片标题</vt:lpstr>
      </vt:variant>
      <vt:variant>
        <vt:i4>10</vt:i4>
      </vt:variant>
    </vt:vector>
  </HeadingPairs>
  <TitlesOfParts>
    <vt:vector size="30" baseType="lpstr">
      <vt:lpstr>Arial</vt:lpstr>
      <vt:lpstr>宋体</vt:lpstr>
      <vt:lpstr>Wingdings</vt:lpstr>
      <vt:lpstr>Calibri</vt:lpstr>
      <vt:lpstr>Source Han Sans CN Bold Bold</vt:lpstr>
      <vt:lpstr>Segoe Print</vt:lpstr>
      <vt:lpstr>微软雅黑</vt:lpstr>
      <vt:lpstr>Helvetica Neue Medium</vt:lpstr>
      <vt:lpstr>Source Han Sans CN Medium</vt:lpstr>
      <vt:lpstr>Helvetica</vt:lpstr>
      <vt:lpstr>Arial Black</vt:lpstr>
      <vt:lpstr>Arial Unicode MS</vt:lpstr>
      <vt:lpstr>等线</vt:lpstr>
      <vt:lpstr>常规封面样式</vt:lpstr>
      <vt:lpstr>辅助识别-封面版式</vt:lpstr>
      <vt:lpstr>内页模板样式</vt:lpstr>
      <vt:lpstr>Visio.Drawing.15</vt:lpstr>
      <vt:lpstr>Visio.Drawing.15</vt:lpstr>
      <vt:lpstr>Visio.Drawing.15</vt:lpstr>
      <vt:lpstr>Visio.Drawing.15</vt:lpstr>
      <vt:lpstr>提案名称</vt:lpstr>
      <vt:lpstr>PowerPoint 演示文稿</vt:lpstr>
      <vt:lpstr>01 方案信息</vt:lpstr>
      <vt:lpstr>02 背景技术</vt:lpstr>
      <vt:lpstr>02 背景技术</vt:lpstr>
      <vt:lpstr>03 解决的技术问题 &amp; 04 相应改进手段</vt:lpstr>
      <vt:lpstr>05 改进手段的详细描述（实施例2）</vt:lpstr>
      <vt:lpstr>05 改进手段的详细描述（实施例3）</vt:lpstr>
      <vt:lpstr>06 扩展/替换方案</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WPS_1625219188</cp:lastModifiedBy>
  <cp:revision>237</cp:revision>
  <dcterms:created xsi:type="dcterms:W3CDTF">2020-05-19T10:39:00Z</dcterms:created>
  <dcterms:modified xsi:type="dcterms:W3CDTF">2025-08-07T13:55:48Z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7DD18302BA5C47AF821198A6F2108E1B_13</vt:lpwstr>
  </property>
  <property fmtid="{D5CDD505-2E9C-101B-9397-08002B2CF9AE}" pid="3" name="KSOProductBuildVer">
    <vt:lpwstr>2052-12.1.0.21915</vt:lpwstr>
  </property>
</Properties>
</file>