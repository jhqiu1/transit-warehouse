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2" r:id="rId3"/>
    <p:sldMasterId id="2147483657" r:id="rId4"/>
  </p:sldMasterIdLst>
  <p:notesMasterIdLst>
    <p:notesMasterId r:id="rId16"/>
  </p:notesMasterIdLst>
  <p:handoutMasterIdLst>
    <p:handoutMasterId r:id="rId17"/>
  </p:handoutMasterIdLst>
  <p:sldIdLst>
    <p:sldId id="270" r:id="rId5"/>
    <p:sldId id="365" r:id="rId6"/>
    <p:sldId id="278" r:id="rId7"/>
    <p:sldId id="370" r:id="rId8"/>
    <p:sldId id="385" r:id="rId9"/>
    <p:sldId id="386" r:id="rId10"/>
    <p:sldId id="387" r:id="rId11"/>
    <p:sldId id="390" r:id="rId12"/>
    <p:sldId id="391" r:id="rId13"/>
    <p:sldId id="388" r:id="rId14"/>
    <p:sldId id="384"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样式" id="{B00BD93A-9DFE-3E45-8B07-67465DC8C0AA}">
          <p14:sldIdLst>
            <p14:sldId id="270"/>
            <p14:sldId id="365"/>
          </p14:sldIdLst>
        </p14:section>
        <p14:section name="文字类" id="{F5E5C214-5E1E-8E4E-8522-6C5D1915F2A6}">
          <p14:sldIdLst>
            <p14:sldId id="278"/>
            <p14:sldId id="370"/>
            <p14:sldId id="385"/>
            <p14:sldId id="386"/>
            <p14:sldId id="387"/>
            <p14:sldId id="390"/>
            <p14:sldId id="391"/>
            <p14:sldId id="388"/>
            <p14:sldId id="384"/>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6495" initials="1"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CDE2"/>
    <a:srgbClr val="D9D9D9"/>
    <a:srgbClr val="898989"/>
    <a:srgbClr val="687078"/>
    <a:srgbClr val="0028AA"/>
    <a:srgbClr val="E7E8F1"/>
    <a:srgbClr val="DDE1E6"/>
    <a:srgbClr val="4D5358"/>
    <a:srgbClr val="C1C7CE"/>
    <a:srgbClr val="A2AB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596"/>
    <p:restoredTop sz="94577"/>
  </p:normalViewPr>
  <p:slideViewPr>
    <p:cSldViewPr snapToGrid="0" snapToObjects="1">
      <p:cViewPr varScale="1">
        <p:scale>
          <a:sx n="64" d="100"/>
          <a:sy n="64" d="100"/>
        </p:scale>
        <p:origin x="1032" y="52"/>
      </p:cViewPr>
      <p:guideLst/>
    </p:cSldViewPr>
  </p:slideViewPr>
  <p:notesTextViewPr>
    <p:cViewPr>
      <p:scale>
        <a:sx n="1" d="1"/>
        <a:sy n="1" d="1"/>
      </p:scale>
      <p:origin x="0" y="0"/>
    </p:cViewPr>
  </p:notesTextViewPr>
  <p:notesViewPr>
    <p:cSldViewPr snapToGrid="0" snapToObjects="1">
      <p:cViewPr varScale="1">
        <p:scale>
          <a:sx n="94" d="100"/>
          <a:sy n="94" d="100"/>
        </p:scale>
        <p:origin x="2544" y="18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0AE2A4-3A5F-D44C-8749-38595FE1915B}" type="datetimeFigureOut">
              <a:rPr/>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FB34AD-E5B2-F846-B80C-B21053E131EC}" type="slidenum">
              <a:rPr/>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787234-ACD8-3740-9169-42DE7927158E}"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编辑母版文本样式</a:t>
            </a:r>
            <a:endParaRPr kumimoji="1" lang="zh-CN" altLang="en-US"/>
          </a:p>
          <a:p>
            <a:pPr lvl="1"/>
            <a:r>
              <a:rPr kumimoji="1" lang="zh-CN" altLang="en-US"/>
              <a:t>第二级</a:t>
            </a:r>
            <a:endParaRPr kumimoji="1" lang="zh-CN" altLang="en-US"/>
          </a:p>
          <a:p>
            <a:pPr lvl="2"/>
            <a:r>
              <a:rPr kumimoji="1" lang="zh-CN" altLang="en-US"/>
              <a:t>第三级</a:t>
            </a:r>
            <a:endParaRPr kumimoji="1" lang="zh-CN" altLang="en-US"/>
          </a:p>
          <a:p>
            <a:pPr lvl="3"/>
            <a:r>
              <a:rPr kumimoji="1" lang="zh-CN" altLang="en-US"/>
              <a:t>第四级</a:t>
            </a:r>
            <a:endParaRPr kumimoji="1" lang="zh-CN" altLang="en-US"/>
          </a:p>
          <a:p>
            <a:pPr lvl="4"/>
            <a:r>
              <a:rPr kumimoji="1" lang="zh-CN" altLang="en-US"/>
              <a:t>第五级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77179F-941D-9A4D-8E89-A31506259D6C}"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样式一">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stretch>
            <a:fillRect/>
          </a:stretch>
        </p:blipFill>
        <p:spPr>
          <a:xfrm>
            <a:off x="0" y="1460500"/>
            <a:ext cx="12192000" cy="5397500"/>
          </a:xfrm>
          <a:prstGeom prst="rect">
            <a:avLst/>
          </a:prstGeom>
        </p:spPr>
      </p:pic>
      <p:sp>
        <p:nvSpPr>
          <p:cNvPr id="2" name="标题 1"/>
          <p:cNvSpPr>
            <a:spLocks noGrp="1"/>
          </p:cNvSpPr>
          <p:nvPr>
            <p:ph type="ctrTitle" hasCustomPrompt="1"/>
          </p:nvPr>
        </p:nvSpPr>
        <p:spPr>
          <a:xfrm>
            <a:off x="544000" y="2885246"/>
            <a:ext cx="6460649" cy="843321"/>
          </a:xfrm>
        </p:spPr>
        <p:txBody>
          <a:bodyPr anchor="t">
            <a:noAutofit/>
          </a:bodyPr>
          <a:lstStyle>
            <a:lvl1pPr algn="l">
              <a:lnSpc>
                <a:spcPct val="100000"/>
              </a:lnSpc>
              <a:defRPr sz="3200">
                <a:solidFill>
                  <a:schemeClr val="bg1"/>
                </a:solidFill>
              </a:defRPr>
            </a:lvl1pPr>
          </a:lstStyle>
          <a:p>
            <a:r>
              <a:rPr kumimoji="1" lang="zh-CN" altLang="en-US" dirty="0"/>
              <a:t>单击此处编辑标题样式</a:t>
            </a:r>
            <a:endParaRPr kumimoji="1" lang="zh-CN" altLang="en-US" dirty="0"/>
          </a:p>
        </p:txBody>
      </p:sp>
      <p:sp>
        <p:nvSpPr>
          <p:cNvPr id="3" name="副标题 2"/>
          <p:cNvSpPr>
            <a:spLocks noGrp="1"/>
          </p:cNvSpPr>
          <p:nvPr>
            <p:ph type="subTitle" idx="1" hasCustomPrompt="1"/>
          </p:nvPr>
        </p:nvSpPr>
        <p:spPr>
          <a:xfrm>
            <a:off x="544000" y="3755027"/>
            <a:ext cx="4838700" cy="672328"/>
          </a:xfrm>
        </p:spPr>
        <p:txBody>
          <a:bodyPr anchor="t"/>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单击此处编辑副标题样式</a:t>
            </a:r>
            <a:endParaRPr kumimoji="1" lang="zh-CN" altLang="en-US" dirty="0"/>
          </a:p>
        </p:txBody>
      </p:sp>
      <p:sp>
        <p:nvSpPr>
          <p:cNvPr id="4" name="日期占位符 3"/>
          <p:cNvSpPr>
            <a:spLocks noGrp="1"/>
          </p:cNvSpPr>
          <p:nvPr>
            <p:ph type="dt" sz="half" idx="10"/>
          </p:nvPr>
        </p:nvSpPr>
        <p:spPr>
          <a:xfrm>
            <a:off x="544000" y="5994260"/>
            <a:ext cx="1423345" cy="365125"/>
          </a:xfrm>
        </p:spPr>
        <p:txBody>
          <a:bodyPr/>
          <a:lstStyle>
            <a:lvl1pPr>
              <a:defRPr sz="1400">
                <a:solidFill>
                  <a:schemeClr val="bg1"/>
                </a:solidFill>
              </a:defRPr>
            </a:lvl1pPr>
          </a:lstStyle>
          <a:p>
            <a:fld id="{6263CDAC-DA33-D443-8159-7943A4B08635}" type="datetime1">
              <a:rPr kumimoji="1" lang="zh-CN" altLang="en-US" smtClean="0"/>
            </a:fld>
            <a:endParaRPr kumimoji="1" lang="zh-CN" altLang="en-US" dirty="0"/>
          </a:p>
        </p:txBody>
      </p:sp>
      <p:pic>
        <p:nvPicPr>
          <p:cNvPr id="10" name="图片 9"/>
          <p:cNvPicPr>
            <a:picLocks noChangeAspect="1"/>
          </p:cNvPicPr>
          <p:nvPr userDrawn="1"/>
        </p:nvPicPr>
        <p:blipFill>
          <a:blip r:embed="rId3" cstate="screen"/>
          <a:stretch>
            <a:fillRect/>
          </a:stretch>
        </p:blipFill>
        <p:spPr>
          <a:xfrm>
            <a:off x="636712" y="570212"/>
            <a:ext cx="3105897" cy="306000"/>
          </a:xfrm>
          <a:prstGeom prst="rect">
            <a:avLst/>
          </a:prstGeom>
        </p:spPr>
      </p:pic>
      <p:sp>
        <p:nvSpPr>
          <p:cNvPr id="9" name="文本框 11"/>
          <p:cNvSpPr txBox="1"/>
          <p:nvPr userDrawn="1"/>
        </p:nvSpPr>
        <p:spPr>
          <a:xfrm>
            <a:off x="10306481" y="531411"/>
            <a:ext cx="139974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200" dirty="0">
                <a:solidFill>
                  <a:srgbClr val="A1A9B1"/>
                </a:solidFill>
              </a:rPr>
              <a:t>创 </a:t>
            </a:r>
            <a:r>
              <a:rPr kumimoji="1" lang="en-US" altLang="zh-CN" sz="1200" dirty="0">
                <a:solidFill>
                  <a:srgbClr val="A1A9B1"/>
                </a:solidFill>
              </a:rPr>
              <a:t>· </a:t>
            </a:r>
            <a:r>
              <a:rPr kumimoji="1" lang="zh-CN" altLang="en-US" sz="1200" dirty="0">
                <a:solidFill>
                  <a:srgbClr val="A1A9B1"/>
                </a:solidFill>
              </a:rPr>
              <a:t>智能电动时代</a:t>
            </a:r>
            <a:endParaRPr kumimoji="1" lang="zh-CN" altLang="en-US" sz="1200" dirty="0">
              <a:solidFill>
                <a:srgbClr val="A1A9B1"/>
              </a:solidFill>
            </a:endParaRPr>
          </a:p>
        </p:txBody>
      </p:sp>
      <p:sp>
        <p:nvSpPr>
          <p:cNvPr id="14" name="文本框 12"/>
          <p:cNvSpPr txBox="1"/>
          <p:nvPr userDrawn="1"/>
        </p:nvSpPr>
        <p:spPr>
          <a:xfrm>
            <a:off x="8777576" y="755346"/>
            <a:ext cx="296427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US" altLang="zh-CN" sz="1200" dirty="0">
                <a:solidFill>
                  <a:srgbClr val="A1A9B1"/>
                </a:solidFill>
              </a:rPr>
              <a:t>Create the era of intelligent electrification</a:t>
            </a:r>
            <a:endParaRPr kumimoji="1" lang="zh-CN" altLang="en-US" sz="1200" dirty="0">
              <a:solidFill>
                <a:srgbClr val="A1A9B1"/>
              </a:solidFill>
            </a:endParaRPr>
          </a:p>
        </p:txBody>
      </p:sp>
      <p:sp>
        <p:nvSpPr>
          <p:cNvPr id="12" name="页脚占位符 4"/>
          <p:cNvSpPr>
            <a:spLocks noGrp="1"/>
          </p:cNvSpPr>
          <p:nvPr>
            <p:ph type="ftr" sz="quarter" idx="3"/>
          </p:nvPr>
        </p:nvSpPr>
        <p:spPr>
          <a:xfrm>
            <a:off x="2080846" y="5994259"/>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浅色底图">
    <p:spTree>
      <p:nvGrpSpPr>
        <p:cNvPr id="1" name=""/>
        <p:cNvGrpSpPr/>
        <p:nvPr/>
      </p:nvGrpSpPr>
      <p:grpSpPr>
        <a:xfrm>
          <a:off x="0" y="0"/>
          <a:ext cx="0" cy="0"/>
          <a:chOff x="0" y="0"/>
          <a:chExt cx="0" cy="0"/>
        </a:xfrm>
      </p:grpSpPr>
      <p:sp>
        <p:nvSpPr>
          <p:cNvPr id="11" name="图片占位符 10"/>
          <p:cNvSpPr>
            <a:spLocks noGrp="1"/>
          </p:cNvSpPr>
          <p:nvPr>
            <p:ph type="pic" sz="quarter" idx="13"/>
          </p:nvPr>
        </p:nvSpPr>
        <p:spPr>
          <a:xfrm>
            <a:off x="0" y="1451295"/>
            <a:ext cx="12192000" cy="5406704"/>
          </a:xfrm>
        </p:spPr>
        <p:txBody>
          <a:bodyPr/>
          <a:lstStyle/>
          <a:p>
            <a:endParaRPr kumimoji="1" lang="zh-CN" altLang="en-US" dirty="0"/>
          </a:p>
        </p:txBody>
      </p:sp>
      <p:sp>
        <p:nvSpPr>
          <p:cNvPr id="2" name="标题 1"/>
          <p:cNvSpPr>
            <a:spLocks noGrp="1"/>
          </p:cNvSpPr>
          <p:nvPr>
            <p:ph type="ctrTitle" hasCustomPrompt="1"/>
          </p:nvPr>
        </p:nvSpPr>
        <p:spPr>
          <a:xfrm>
            <a:off x="544000" y="2885246"/>
            <a:ext cx="6460649" cy="843321"/>
          </a:xfrm>
        </p:spPr>
        <p:txBody>
          <a:bodyPr anchor="t">
            <a:noAutofit/>
          </a:bodyPr>
          <a:lstStyle>
            <a:lvl1pPr algn="l">
              <a:lnSpc>
                <a:spcPct val="100000"/>
              </a:lnSpc>
              <a:defRPr sz="3200">
                <a:solidFill>
                  <a:srgbClr val="0028AA"/>
                </a:solidFill>
              </a:defRPr>
            </a:lvl1pPr>
          </a:lstStyle>
          <a:p>
            <a:r>
              <a:rPr kumimoji="1" lang="zh-CN" altLang="en-US" dirty="0"/>
              <a:t>单击此处编辑标题样式</a:t>
            </a:r>
            <a:endParaRPr kumimoji="1" lang="zh-CN" altLang="en-US" dirty="0"/>
          </a:p>
        </p:txBody>
      </p:sp>
      <p:sp>
        <p:nvSpPr>
          <p:cNvPr id="3" name="副标题 2"/>
          <p:cNvSpPr>
            <a:spLocks noGrp="1"/>
          </p:cNvSpPr>
          <p:nvPr>
            <p:ph type="subTitle" idx="1" hasCustomPrompt="1"/>
          </p:nvPr>
        </p:nvSpPr>
        <p:spPr>
          <a:xfrm>
            <a:off x="544000" y="3755027"/>
            <a:ext cx="4838700" cy="672328"/>
          </a:xfrm>
        </p:spPr>
        <p:txBody>
          <a:bodyPr anchor="t"/>
          <a:lstStyle>
            <a:lvl1pPr marL="0" indent="0" algn="l">
              <a:buNone/>
              <a:defRPr sz="2400">
                <a:solidFill>
                  <a:srgbClr val="0028AA"/>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单击此处编辑副标题样式</a:t>
            </a:r>
            <a:endParaRPr kumimoji="1" lang="zh-CN" altLang="en-US" dirty="0"/>
          </a:p>
        </p:txBody>
      </p:sp>
      <p:sp>
        <p:nvSpPr>
          <p:cNvPr id="4" name="日期占位符 3"/>
          <p:cNvSpPr>
            <a:spLocks noGrp="1"/>
          </p:cNvSpPr>
          <p:nvPr>
            <p:ph type="dt" sz="half" idx="10"/>
          </p:nvPr>
        </p:nvSpPr>
        <p:spPr>
          <a:xfrm>
            <a:off x="544000" y="5994260"/>
            <a:ext cx="1423345" cy="365125"/>
          </a:xfrm>
        </p:spPr>
        <p:txBody>
          <a:bodyPr/>
          <a:lstStyle>
            <a:lvl1pPr>
              <a:defRPr sz="1400">
                <a:solidFill>
                  <a:srgbClr val="0028AA"/>
                </a:solidFill>
              </a:defRPr>
            </a:lvl1pPr>
          </a:lstStyle>
          <a:p>
            <a:fld id="{6263CDAC-DA33-D443-8159-7943A4B08635}" type="datetime1">
              <a:rPr kumimoji="1" lang="zh-CN" altLang="en-US" smtClean="0"/>
            </a:fld>
            <a:endParaRPr kumimoji="1" lang="zh-CN" altLang="en-US" dirty="0"/>
          </a:p>
        </p:txBody>
      </p:sp>
      <p:pic>
        <p:nvPicPr>
          <p:cNvPr id="10" name="图片 9"/>
          <p:cNvPicPr>
            <a:picLocks noChangeAspect="1"/>
          </p:cNvPicPr>
          <p:nvPr userDrawn="1"/>
        </p:nvPicPr>
        <p:blipFill>
          <a:blip r:embed="rId2" cstate="screen"/>
          <a:stretch>
            <a:fillRect/>
          </a:stretch>
        </p:blipFill>
        <p:spPr>
          <a:xfrm>
            <a:off x="636712" y="570212"/>
            <a:ext cx="3105897" cy="306000"/>
          </a:xfrm>
          <a:prstGeom prst="rect">
            <a:avLst/>
          </a:prstGeom>
        </p:spPr>
      </p:pic>
      <p:sp>
        <p:nvSpPr>
          <p:cNvPr id="9" name="文本框 11"/>
          <p:cNvSpPr txBox="1"/>
          <p:nvPr userDrawn="1"/>
        </p:nvSpPr>
        <p:spPr>
          <a:xfrm>
            <a:off x="10306481" y="531411"/>
            <a:ext cx="139974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200" dirty="0">
                <a:solidFill>
                  <a:srgbClr val="A1A9B1"/>
                </a:solidFill>
              </a:rPr>
              <a:t>创 </a:t>
            </a:r>
            <a:r>
              <a:rPr kumimoji="1" lang="en-US" altLang="zh-CN" sz="1200" dirty="0">
                <a:solidFill>
                  <a:srgbClr val="A1A9B1"/>
                </a:solidFill>
              </a:rPr>
              <a:t>· </a:t>
            </a:r>
            <a:r>
              <a:rPr kumimoji="1" lang="zh-CN" altLang="en-US" sz="1200" dirty="0">
                <a:solidFill>
                  <a:srgbClr val="A1A9B1"/>
                </a:solidFill>
              </a:rPr>
              <a:t>智能电动时代</a:t>
            </a:r>
            <a:endParaRPr kumimoji="1" lang="zh-CN" altLang="en-US" sz="1200" dirty="0">
              <a:solidFill>
                <a:srgbClr val="A1A9B1"/>
              </a:solidFill>
            </a:endParaRPr>
          </a:p>
        </p:txBody>
      </p:sp>
      <p:sp>
        <p:nvSpPr>
          <p:cNvPr id="14" name="文本框 12"/>
          <p:cNvSpPr txBox="1"/>
          <p:nvPr userDrawn="1"/>
        </p:nvSpPr>
        <p:spPr>
          <a:xfrm>
            <a:off x="8777576" y="755346"/>
            <a:ext cx="296427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US" altLang="zh-CN" sz="1200" dirty="0">
                <a:solidFill>
                  <a:srgbClr val="A1A9B1"/>
                </a:solidFill>
              </a:rPr>
              <a:t>Create the era of intelligent electrification</a:t>
            </a:r>
            <a:endParaRPr kumimoji="1" lang="zh-CN" altLang="en-US" sz="1200" dirty="0">
              <a:solidFill>
                <a:srgbClr val="A1A9B1"/>
              </a:solidFill>
            </a:endParaRPr>
          </a:p>
        </p:txBody>
      </p:sp>
      <p:sp>
        <p:nvSpPr>
          <p:cNvPr id="13" name="页脚占位符 4"/>
          <p:cNvSpPr>
            <a:spLocks noGrp="1"/>
          </p:cNvSpPr>
          <p:nvPr>
            <p:ph type="ftr" sz="quarter" idx="3"/>
          </p:nvPr>
        </p:nvSpPr>
        <p:spPr>
          <a:xfrm>
            <a:off x="2016369" y="5994259"/>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封面-深色底图">
    <p:spTree>
      <p:nvGrpSpPr>
        <p:cNvPr id="1" name=""/>
        <p:cNvGrpSpPr/>
        <p:nvPr/>
      </p:nvGrpSpPr>
      <p:grpSpPr>
        <a:xfrm>
          <a:off x="0" y="0"/>
          <a:ext cx="0" cy="0"/>
          <a:chOff x="0" y="0"/>
          <a:chExt cx="0" cy="0"/>
        </a:xfrm>
      </p:grpSpPr>
      <p:sp>
        <p:nvSpPr>
          <p:cNvPr id="11" name="图片占位符 10"/>
          <p:cNvSpPr>
            <a:spLocks noGrp="1"/>
          </p:cNvSpPr>
          <p:nvPr>
            <p:ph type="pic" sz="quarter" idx="13"/>
          </p:nvPr>
        </p:nvSpPr>
        <p:spPr>
          <a:xfrm>
            <a:off x="0" y="1451295"/>
            <a:ext cx="12192000" cy="5406704"/>
          </a:xfrm>
        </p:spPr>
        <p:txBody>
          <a:bodyPr/>
          <a:lstStyle/>
          <a:p>
            <a:endParaRPr kumimoji="1" lang="zh-CN" altLang="en-US" dirty="0"/>
          </a:p>
        </p:txBody>
      </p:sp>
      <p:sp>
        <p:nvSpPr>
          <p:cNvPr id="2" name="标题 1"/>
          <p:cNvSpPr>
            <a:spLocks noGrp="1"/>
          </p:cNvSpPr>
          <p:nvPr>
            <p:ph type="ctrTitle" hasCustomPrompt="1"/>
          </p:nvPr>
        </p:nvSpPr>
        <p:spPr>
          <a:xfrm>
            <a:off x="544000" y="2885246"/>
            <a:ext cx="6460649" cy="843321"/>
          </a:xfrm>
        </p:spPr>
        <p:txBody>
          <a:bodyPr anchor="t">
            <a:noAutofit/>
          </a:bodyPr>
          <a:lstStyle>
            <a:lvl1pPr algn="l">
              <a:lnSpc>
                <a:spcPct val="100000"/>
              </a:lnSpc>
              <a:defRPr sz="3200">
                <a:solidFill>
                  <a:schemeClr val="bg1"/>
                </a:solidFill>
              </a:defRPr>
            </a:lvl1pPr>
          </a:lstStyle>
          <a:p>
            <a:r>
              <a:rPr kumimoji="1" lang="zh-CN" altLang="en-US" dirty="0"/>
              <a:t>单击此处编辑标题样式</a:t>
            </a:r>
            <a:endParaRPr kumimoji="1" lang="zh-CN" altLang="en-US" dirty="0"/>
          </a:p>
        </p:txBody>
      </p:sp>
      <p:sp>
        <p:nvSpPr>
          <p:cNvPr id="3" name="副标题 2"/>
          <p:cNvSpPr>
            <a:spLocks noGrp="1"/>
          </p:cNvSpPr>
          <p:nvPr>
            <p:ph type="subTitle" idx="1" hasCustomPrompt="1"/>
          </p:nvPr>
        </p:nvSpPr>
        <p:spPr>
          <a:xfrm>
            <a:off x="544000" y="3755027"/>
            <a:ext cx="4838700" cy="672328"/>
          </a:xfrm>
        </p:spPr>
        <p:txBody>
          <a:bodyPr anchor="t"/>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单击此处编辑副标题样式</a:t>
            </a:r>
            <a:endParaRPr kumimoji="1" lang="zh-CN" altLang="en-US" dirty="0"/>
          </a:p>
        </p:txBody>
      </p:sp>
      <p:sp>
        <p:nvSpPr>
          <p:cNvPr id="4" name="日期占位符 3"/>
          <p:cNvSpPr>
            <a:spLocks noGrp="1"/>
          </p:cNvSpPr>
          <p:nvPr>
            <p:ph type="dt" sz="half" idx="10"/>
          </p:nvPr>
        </p:nvSpPr>
        <p:spPr>
          <a:xfrm>
            <a:off x="544000" y="5994260"/>
            <a:ext cx="1381782" cy="365125"/>
          </a:xfrm>
        </p:spPr>
        <p:txBody>
          <a:bodyPr/>
          <a:lstStyle>
            <a:lvl1pPr>
              <a:defRPr sz="1400">
                <a:solidFill>
                  <a:schemeClr val="bg1"/>
                </a:solidFill>
              </a:defRPr>
            </a:lvl1pPr>
          </a:lstStyle>
          <a:p>
            <a:fld id="{6263CDAC-DA33-D443-8159-7943A4B08635}" type="datetime1">
              <a:rPr kumimoji="1" lang="zh-CN" altLang="en-US" smtClean="0"/>
            </a:fld>
            <a:endParaRPr kumimoji="1" lang="zh-CN" altLang="en-US" dirty="0"/>
          </a:p>
        </p:txBody>
      </p:sp>
      <p:pic>
        <p:nvPicPr>
          <p:cNvPr id="10" name="图片 9"/>
          <p:cNvPicPr>
            <a:picLocks noChangeAspect="1"/>
          </p:cNvPicPr>
          <p:nvPr userDrawn="1"/>
        </p:nvPicPr>
        <p:blipFill>
          <a:blip r:embed="rId2" cstate="screen"/>
          <a:stretch>
            <a:fillRect/>
          </a:stretch>
        </p:blipFill>
        <p:spPr>
          <a:xfrm>
            <a:off x="636712" y="570212"/>
            <a:ext cx="3105897" cy="306000"/>
          </a:xfrm>
          <a:prstGeom prst="rect">
            <a:avLst/>
          </a:prstGeom>
        </p:spPr>
      </p:pic>
      <p:sp>
        <p:nvSpPr>
          <p:cNvPr id="9" name="文本框 11"/>
          <p:cNvSpPr txBox="1"/>
          <p:nvPr userDrawn="1"/>
        </p:nvSpPr>
        <p:spPr>
          <a:xfrm>
            <a:off x="10306481" y="531411"/>
            <a:ext cx="139974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200" dirty="0">
                <a:solidFill>
                  <a:srgbClr val="A1A9B1"/>
                </a:solidFill>
              </a:rPr>
              <a:t>创 </a:t>
            </a:r>
            <a:r>
              <a:rPr kumimoji="1" lang="en-US" altLang="zh-CN" sz="1200" dirty="0">
                <a:solidFill>
                  <a:srgbClr val="A1A9B1"/>
                </a:solidFill>
              </a:rPr>
              <a:t>· </a:t>
            </a:r>
            <a:r>
              <a:rPr kumimoji="1" lang="zh-CN" altLang="en-US" sz="1200" dirty="0">
                <a:solidFill>
                  <a:srgbClr val="A1A9B1"/>
                </a:solidFill>
              </a:rPr>
              <a:t>智能电动时代</a:t>
            </a:r>
            <a:endParaRPr kumimoji="1" lang="zh-CN" altLang="en-US" sz="1200" dirty="0">
              <a:solidFill>
                <a:srgbClr val="A1A9B1"/>
              </a:solidFill>
            </a:endParaRPr>
          </a:p>
        </p:txBody>
      </p:sp>
      <p:sp>
        <p:nvSpPr>
          <p:cNvPr id="14" name="文本框 12"/>
          <p:cNvSpPr txBox="1"/>
          <p:nvPr userDrawn="1"/>
        </p:nvSpPr>
        <p:spPr>
          <a:xfrm>
            <a:off x="8777576" y="755346"/>
            <a:ext cx="296427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US" altLang="zh-CN" sz="1200" dirty="0">
                <a:solidFill>
                  <a:srgbClr val="A1A9B1"/>
                </a:solidFill>
              </a:rPr>
              <a:t>Create the era of intelligent electrification</a:t>
            </a:r>
            <a:endParaRPr kumimoji="1" lang="zh-CN" altLang="en-US" sz="1200" dirty="0">
              <a:solidFill>
                <a:srgbClr val="A1A9B1"/>
              </a:solidFill>
            </a:endParaRPr>
          </a:p>
        </p:txBody>
      </p:sp>
      <p:sp>
        <p:nvSpPr>
          <p:cNvPr id="12" name="页脚占位符 4"/>
          <p:cNvSpPr>
            <a:spLocks noGrp="1"/>
          </p:cNvSpPr>
          <p:nvPr>
            <p:ph type="ftr" sz="quarter" idx="3"/>
          </p:nvPr>
        </p:nvSpPr>
        <p:spPr>
          <a:xfrm>
            <a:off x="2016369" y="6005982"/>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面-两行标题-浅色底图">
    <p:spTree>
      <p:nvGrpSpPr>
        <p:cNvPr id="1" name=""/>
        <p:cNvGrpSpPr/>
        <p:nvPr/>
      </p:nvGrpSpPr>
      <p:grpSpPr>
        <a:xfrm>
          <a:off x="0" y="0"/>
          <a:ext cx="0" cy="0"/>
          <a:chOff x="0" y="0"/>
          <a:chExt cx="0" cy="0"/>
        </a:xfrm>
      </p:grpSpPr>
      <p:sp>
        <p:nvSpPr>
          <p:cNvPr id="11" name="图片占位符 10"/>
          <p:cNvSpPr>
            <a:spLocks noGrp="1"/>
          </p:cNvSpPr>
          <p:nvPr>
            <p:ph type="pic" sz="quarter" idx="13"/>
          </p:nvPr>
        </p:nvSpPr>
        <p:spPr>
          <a:xfrm>
            <a:off x="0" y="1451295"/>
            <a:ext cx="12192000" cy="5406704"/>
          </a:xfrm>
        </p:spPr>
        <p:txBody>
          <a:bodyPr/>
          <a:lstStyle/>
          <a:p>
            <a:endParaRPr kumimoji="1" lang="zh-CN" altLang="en-US" dirty="0"/>
          </a:p>
        </p:txBody>
      </p:sp>
      <p:sp>
        <p:nvSpPr>
          <p:cNvPr id="2" name="标题 1"/>
          <p:cNvSpPr>
            <a:spLocks noGrp="1"/>
          </p:cNvSpPr>
          <p:nvPr>
            <p:ph type="ctrTitle" hasCustomPrompt="1"/>
          </p:nvPr>
        </p:nvSpPr>
        <p:spPr>
          <a:xfrm>
            <a:off x="2054146" y="3608291"/>
            <a:ext cx="5122509" cy="1102254"/>
          </a:xfrm>
        </p:spPr>
        <p:txBody>
          <a:bodyPr anchor="t">
            <a:noAutofit/>
          </a:bodyPr>
          <a:lstStyle>
            <a:lvl1pPr algn="l">
              <a:lnSpc>
                <a:spcPct val="100000"/>
              </a:lnSpc>
              <a:defRPr sz="3200">
                <a:solidFill>
                  <a:srgbClr val="0028AA"/>
                </a:solidFill>
              </a:defRPr>
            </a:lvl1pPr>
          </a:lstStyle>
          <a:p>
            <a:r>
              <a:rPr kumimoji="1" lang="zh-CN" altLang="en-US" dirty="0"/>
              <a:t>单击此处编辑标题样式</a:t>
            </a:r>
            <a:endParaRPr kumimoji="1" lang="zh-CN" altLang="en-US" dirty="0"/>
          </a:p>
        </p:txBody>
      </p:sp>
      <p:sp>
        <p:nvSpPr>
          <p:cNvPr id="4" name="日期占位符 3"/>
          <p:cNvSpPr>
            <a:spLocks noGrp="1"/>
          </p:cNvSpPr>
          <p:nvPr>
            <p:ph type="dt" sz="half" idx="10"/>
          </p:nvPr>
        </p:nvSpPr>
        <p:spPr>
          <a:xfrm>
            <a:off x="544000" y="5994260"/>
            <a:ext cx="1510146" cy="365125"/>
          </a:xfrm>
        </p:spPr>
        <p:txBody>
          <a:bodyPr/>
          <a:lstStyle>
            <a:lvl1pPr>
              <a:defRPr sz="1400">
                <a:solidFill>
                  <a:srgbClr val="0028AA"/>
                </a:solidFill>
              </a:defRPr>
            </a:lvl1pPr>
          </a:lstStyle>
          <a:p>
            <a:fld id="{6263CDAC-DA33-D443-8159-7943A4B08635}" type="datetime1">
              <a:rPr kumimoji="1" lang="zh-CN" altLang="en-US" smtClean="0"/>
            </a:fld>
            <a:endParaRPr kumimoji="1" lang="zh-CN" altLang="en-US" dirty="0"/>
          </a:p>
        </p:txBody>
      </p:sp>
      <p:pic>
        <p:nvPicPr>
          <p:cNvPr id="10" name="图片 9"/>
          <p:cNvPicPr>
            <a:picLocks noChangeAspect="1"/>
          </p:cNvPicPr>
          <p:nvPr userDrawn="1"/>
        </p:nvPicPr>
        <p:blipFill>
          <a:blip r:embed="rId2" cstate="screen"/>
          <a:stretch>
            <a:fillRect/>
          </a:stretch>
        </p:blipFill>
        <p:spPr>
          <a:xfrm>
            <a:off x="636712" y="570212"/>
            <a:ext cx="3105897" cy="306000"/>
          </a:xfrm>
          <a:prstGeom prst="rect">
            <a:avLst/>
          </a:prstGeom>
        </p:spPr>
      </p:pic>
      <p:sp>
        <p:nvSpPr>
          <p:cNvPr id="9" name="文本框 11"/>
          <p:cNvSpPr txBox="1"/>
          <p:nvPr userDrawn="1"/>
        </p:nvSpPr>
        <p:spPr>
          <a:xfrm>
            <a:off x="10306481" y="531411"/>
            <a:ext cx="139974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200" dirty="0">
                <a:solidFill>
                  <a:srgbClr val="A1A9B1"/>
                </a:solidFill>
              </a:rPr>
              <a:t>创 </a:t>
            </a:r>
            <a:r>
              <a:rPr kumimoji="1" lang="en-US" altLang="zh-CN" sz="1200" dirty="0">
                <a:solidFill>
                  <a:srgbClr val="A1A9B1"/>
                </a:solidFill>
              </a:rPr>
              <a:t>· </a:t>
            </a:r>
            <a:r>
              <a:rPr kumimoji="1" lang="zh-CN" altLang="en-US" sz="1200" dirty="0">
                <a:solidFill>
                  <a:srgbClr val="A1A9B1"/>
                </a:solidFill>
              </a:rPr>
              <a:t>智能电动时代</a:t>
            </a:r>
            <a:endParaRPr kumimoji="1" lang="zh-CN" altLang="en-US" sz="1200" dirty="0">
              <a:solidFill>
                <a:srgbClr val="A1A9B1"/>
              </a:solidFill>
            </a:endParaRPr>
          </a:p>
        </p:txBody>
      </p:sp>
      <p:sp>
        <p:nvSpPr>
          <p:cNvPr id="13" name="文本框 12"/>
          <p:cNvSpPr txBox="1"/>
          <p:nvPr userDrawn="1"/>
        </p:nvSpPr>
        <p:spPr>
          <a:xfrm>
            <a:off x="8777576" y="755346"/>
            <a:ext cx="296427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US" altLang="zh-CN" sz="1200" dirty="0">
                <a:solidFill>
                  <a:srgbClr val="A1A9B1"/>
                </a:solidFill>
              </a:rPr>
              <a:t>Create the era of intelligent electrification</a:t>
            </a:r>
            <a:endParaRPr kumimoji="1" lang="zh-CN" altLang="en-US" sz="1200" dirty="0">
              <a:solidFill>
                <a:srgbClr val="A1A9B1"/>
              </a:solidFill>
            </a:endParaRPr>
          </a:p>
        </p:txBody>
      </p:sp>
      <p:sp>
        <p:nvSpPr>
          <p:cNvPr id="8" name="页脚占位符 4"/>
          <p:cNvSpPr>
            <a:spLocks noGrp="1"/>
          </p:cNvSpPr>
          <p:nvPr>
            <p:ph type="ftr" sz="quarter" idx="3"/>
          </p:nvPr>
        </p:nvSpPr>
        <p:spPr>
          <a:xfrm>
            <a:off x="2016369" y="5994259"/>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封面-两行标题-深色底图">
    <p:spTree>
      <p:nvGrpSpPr>
        <p:cNvPr id="1" name=""/>
        <p:cNvGrpSpPr/>
        <p:nvPr/>
      </p:nvGrpSpPr>
      <p:grpSpPr>
        <a:xfrm>
          <a:off x="0" y="0"/>
          <a:ext cx="0" cy="0"/>
          <a:chOff x="0" y="0"/>
          <a:chExt cx="0" cy="0"/>
        </a:xfrm>
      </p:grpSpPr>
      <p:sp>
        <p:nvSpPr>
          <p:cNvPr id="11" name="图片占位符 10"/>
          <p:cNvSpPr>
            <a:spLocks noGrp="1"/>
          </p:cNvSpPr>
          <p:nvPr>
            <p:ph type="pic" sz="quarter" idx="13"/>
          </p:nvPr>
        </p:nvSpPr>
        <p:spPr>
          <a:xfrm>
            <a:off x="0" y="1451295"/>
            <a:ext cx="12192000" cy="5406704"/>
          </a:xfrm>
        </p:spPr>
        <p:txBody>
          <a:bodyPr/>
          <a:lstStyle/>
          <a:p>
            <a:endParaRPr kumimoji="1" lang="zh-CN" altLang="en-US" dirty="0"/>
          </a:p>
        </p:txBody>
      </p:sp>
      <p:sp>
        <p:nvSpPr>
          <p:cNvPr id="2" name="标题 1"/>
          <p:cNvSpPr>
            <a:spLocks noGrp="1"/>
          </p:cNvSpPr>
          <p:nvPr>
            <p:ph type="ctrTitle" hasCustomPrompt="1"/>
          </p:nvPr>
        </p:nvSpPr>
        <p:spPr>
          <a:xfrm>
            <a:off x="2054146" y="3608291"/>
            <a:ext cx="5122509" cy="1102254"/>
          </a:xfrm>
        </p:spPr>
        <p:txBody>
          <a:bodyPr anchor="t">
            <a:noAutofit/>
          </a:bodyPr>
          <a:lstStyle>
            <a:lvl1pPr algn="l">
              <a:lnSpc>
                <a:spcPct val="100000"/>
              </a:lnSpc>
              <a:defRPr sz="3200">
                <a:solidFill>
                  <a:schemeClr val="bg1"/>
                </a:solidFill>
              </a:defRPr>
            </a:lvl1pPr>
          </a:lstStyle>
          <a:p>
            <a:r>
              <a:rPr kumimoji="1" lang="zh-CN" altLang="en-US" dirty="0"/>
              <a:t>单击此处编辑标题样式</a:t>
            </a:r>
            <a:endParaRPr kumimoji="1" lang="zh-CN" altLang="en-US" dirty="0"/>
          </a:p>
        </p:txBody>
      </p:sp>
      <p:sp>
        <p:nvSpPr>
          <p:cNvPr id="4" name="日期占位符 3"/>
          <p:cNvSpPr>
            <a:spLocks noGrp="1"/>
          </p:cNvSpPr>
          <p:nvPr>
            <p:ph type="dt" sz="half" idx="10"/>
          </p:nvPr>
        </p:nvSpPr>
        <p:spPr>
          <a:xfrm>
            <a:off x="544000" y="5994260"/>
            <a:ext cx="1510146" cy="365125"/>
          </a:xfrm>
        </p:spPr>
        <p:txBody>
          <a:bodyPr/>
          <a:lstStyle>
            <a:lvl1pPr>
              <a:defRPr sz="1400">
                <a:solidFill>
                  <a:schemeClr val="bg1"/>
                </a:solidFill>
              </a:defRPr>
            </a:lvl1pPr>
          </a:lstStyle>
          <a:p>
            <a:fld id="{6263CDAC-DA33-D443-8159-7943A4B08635}" type="datetime1">
              <a:rPr kumimoji="1" lang="zh-CN" altLang="en-US" smtClean="0"/>
            </a:fld>
            <a:endParaRPr kumimoji="1" lang="zh-CN" altLang="en-US" dirty="0"/>
          </a:p>
        </p:txBody>
      </p:sp>
      <p:pic>
        <p:nvPicPr>
          <p:cNvPr id="10" name="图片 9"/>
          <p:cNvPicPr>
            <a:picLocks noChangeAspect="1"/>
          </p:cNvPicPr>
          <p:nvPr userDrawn="1"/>
        </p:nvPicPr>
        <p:blipFill>
          <a:blip r:embed="rId2" cstate="screen"/>
          <a:stretch>
            <a:fillRect/>
          </a:stretch>
        </p:blipFill>
        <p:spPr>
          <a:xfrm>
            <a:off x="636712" y="570212"/>
            <a:ext cx="3105897" cy="306000"/>
          </a:xfrm>
          <a:prstGeom prst="rect">
            <a:avLst/>
          </a:prstGeom>
        </p:spPr>
      </p:pic>
      <p:sp>
        <p:nvSpPr>
          <p:cNvPr id="9" name="文本框 11"/>
          <p:cNvSpPr txBox="1"/>
          <p:nvPr userDrawn="1"/>
        </p:nvSpPr>
        <p:spPr>
          <a:xfrm>
            <a:off x="10306481" y="531411"/>
            <a:ext cx="139974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200" dirty="0">
                <a:solidFill>
                  <a:srgbClr val="A1A9B1"/>
                </a:solidFill>
              </a:rPr>
              <a:t>创 </a:t>
            </a:r>
            <a:r>
              <a:rPr kumimoji="1" lang="en-US" altLang="zh-CN" sz="1200" dirty="0">
                <a:solidFill>
                  <a:srgbClr val="A1A9B1"/>
                </a:solidFill>
              </a:rPr>
              <a:t>· </a:t>
            </a:r>
            <a:r>
              <a:rPr kumimoji="1" lang="zh-CN" altLang="en-US" sz="1200" dirty="0">
                <a:solidFill>
                  <a:srgbClr val="A1A9B1"/>
                </a:solidFill>
              </a:rPr>
              <a:t>智能电动时代</a:t>
            </a:r>
            <a:endParaRPr kumimoji="1" lang="zh-CN" altLang="en-US" sz="1200" dirty="0">
              <a:solidFill>
                <a:srgbClr val="A1A9B1"/>
              </a:solidFill>
            </a:endParaRPr>
          </a:p>
        </p:txBody>
      </p:sp>
      <p:sp>
        <p:nvSpPr>
          <p:cNvPr id="13" name="文本框 12"/>
          <p:cNvSpPr txBox="1"/>
          <p:nvPr userDrawn="1"/>
        </p:nvSpPr>
        <p:spPr>
          <a:xfrm>
            <a:off x="8777576" y="755346"/>
            <a:ext cx="296427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US" altLang="zh-CN" sz="1200" dirty="0">
                <a:solidFill>
                  <a:srgbClr val="A1A9B1"/>
                </a:solidFill>
              </a:rPr>
              <a:t>Create the era of intelligent electrification</a:t>
            </a:r>
            <a:endParaRPr kumimoji="1" lang="zh-CN" altLang="en-US" sz="1200" dirty="0">
              <a:solidFill>
                <a:srgbClr val="A1A9B1"/>
              </a:solidFill>
            </a:endParaRPr>
          </a:p>
        </p:txBody>
      </p:sp>
      <p:sp>
        <p:nvSpPr>
          <p:cNvPr id="8" name="页脚占位符 4"/>
          <p:cNvSpPr>
            <a:spLocks noGrp="1"/>
          </p:cNvSpPr>
          <p:nvPr>
            <p:ph type="ftr" sz="quarter" idx="3"/>
          </p:nvPr>
        </p:nvSpPr>
        <p:spPr>
          <a:xfrm>
            <a:off x="2016369" y="5994259"/>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封面-单行标题-浅色底图">
    <p:spTree>
      <p:nvGrpSpPr>
        <p:cNvPr id="1" name=""/>
        <p:cNvGrpSpPr/>
        <p:nvPr/>
      </p:nvGrpSpPr>
      <p:grpSpPr>
        <a:xfrm>
          <a:off x="0" y="0"/>
          <a:ext cx="0" cy="0"/>
          <a:chOff x="0" y="0"/>
          <a:chExt cx="0" cy="0"/>
        </a:xfrm>
      </p:grpSpPr>
      <p:sp>
        <p:nvSpPr>
          <p:cNvPr id="11" name="图片占位符 10"/>
          <p:cNvSpPr>
            <a:spLocks noGrp="1"/>
          </p:cNvSpPr>
          <p:nvPr>
            <p:ph type="pic" sz="quarter" idx="13"/>
          </p:nvPr>
        </p:nvSpPr>
        <p:spPr>
          <a:xfrm>
            <a:off x="0" y="1451295"/>
            <a:ext cx="12192000" cy="5406704"/>
          </a:xfrm>
        </p:spPr>
        <p:txBody>
          <a:bodyPr/>
          <a:lstStyle/>
          <a:p>
            <a:endParaRPr kumimoji="1" lang="zh-CN" altLang="en-US" dirty="0"/>
          </a:p>
        </p:txBody>
      </p:sp>
      <p:sp>
        <p:nvSpPr>
          <p:cNvPr id="2" name="标题 1"/>
          <p:cNvSpPr>
            <a:spLocks noGrp="1"/>
          </p:cNvSpPr>
          <p:nvPr>
            <p:ph type="ctrTitle" hasCustomPrompt="1"/>
          </p:nvPr>
        </p:nvSpPr>
        <p:spPr>
          <a:xfrm>
            <a:off x="2054146" y="3843826"/>
            <a:ext cx="5122509" cy="658909"/>
          </a:xfrm>
        </p:spPr>
        <p:txBody>
          <a:bodyPr anchor="t">
            <a:noAutofit/>
          </a:bodyPr>
          <a:lstStyle>
            <a:lvl1pPr algn="l">
              <a:lnSpc>
                <a:spcPct val="100000"/>
              </a:lnSpc>
              <a:defRPr sz="3200">
                <a:solidFill>
                  <a:srgbClr val="0028AA"/>
                </a:solidFill>
              </a:defRPr>
            </a:lvl1pPr>
          </a:lstStyle>
          <a:p>
            <a:r>
              <a:rPr kumimoji="1" lang="zh-CN" altLang="en-US" dirty="0"/>
              <a:t>单击此处编辑标题样式</a:t>
            </a:r>
            <a:endParaRPr kumimoji="1" lang="zh-CN" altLang="en-US" dirty="0"/>
          </a:p>
        </p:txBody>
      </p:sp>
      <p:sp>
        <p:nvSpPr>
          <p:cNvPr id="4" name="日期占位符 3"/>
          <p:cNvSpPr>
            <a:spLocks noGrp="1"/>
          </p:cNvSpPr>
          <p:nvPr>
            <p:ph type="dt" sz="half" idx="10"/>
          </p:nvPr>
        </p:nvSpPr>
        <p:spPr>
          <a:xfrm>
            <a:off x="544000" y="5994260"/>
            <a:ext cx="1510146" cy="365125"/>
          </a:xfrm>
        </p:spPr>
        <p:txBody>
          <a:bodyPr/>
          <a:lstStyle>
            <a:lvl1pPr>
              <a:defRPr sz="1400">
                <a:solidFill>
                  <a:srgbClr val="0028AA"/>
                </a:solidFill>
              </a:defRPr>
            </a:lvl1pPr>
          </a:lstStyle>
          <a:p>
            <a:fld id="{6263CDAC-DA33-D443-8159-7943A4B08635}" type="datetime1">
              <a:rPr kumimoji="1" lang="zh-CN" altLang="en-US" smtClean="0"/>
            </a:fld>
            <a:endParaRPr kumimoji="1" lang="zh-CN" altLang="en-US" dirty="0"/>
          </a:p>
        </p:txBody>
      </p:sp>
      <p:pic>
        <p:nvPicPr>
          <p:cNvPr id="10" name="图片 9"/>
          <p:cNvPicPr>
            <a:picLocks noChangeAspect="1"/>
          </p:cNvPicPr>
          <p:nvPr userDrawn="1"/>
        </p:nvPicPr>
        <p:blipFill>
          <a:blip r:embed="rId2" cstate="screen"/>
          <a:stretch>
            <a:fillRect/>
          </a:stretch>
        </p:blipFill>
        <p:spPr>
          <a:xfrm>
            <a:off x="636712" y="570212"/>
            <a:ext cx="3105897" cy="306000"/>
          </a:xfrm>
          <a:prstGeom prst="rect">
            <a:avLst/>
          </a:prstGeom>
        </p:spPr>
      </p:pic>
      <p:sp>
        <p:nvSpPr>
          <p:cNvPr id="9" name="文本框 11"/>
          <p:cNvSpPr txBox="1"/>
          <p:nvPr userDrawn="1"/>
        </p:nvSpPr>
        <p:spPr>
          <a:xfrm>
            <a:off x="10306481" y="531411"/>
            <a:ext cx="139974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200" dirty="0">
                <a:solidFill>
                  <a:srgbClr val="A1A9B1"/>
                </a:solidFill>
              </a:rPr>
              <a:t>创 </a:t>
            </a:r>
            <a:r>
              <a:rPr kumimoji="1" lang="en-US" altLang="zh-CN" sz="1200" dirty="0">
                <a:solidFill>
                  <a:srgbClr val="A1A9B1"/>
                </a:solidFill>
              </a:rPr>
              <a:t>· </a:t>
            </a:r>
            <a:r>
              <a:rPr kumimoji="1" lang="zh-CN" altLang="en-US" sz="1200" dirty="0">
                <a:solidFill>
                  <a:srgbClr val="A1A9B1"/>
                </a:solidFill>
              </a:rPr>
              <a:t>智能电动时代</a:t>
            </a:r>
            <a:endParaRPr kumimoji="1" lang="zh-CN" altLang="en-US" sz="1200" dirty="0">
              <a:solidFill>
                <a:srgbClr val="A1A9B1"/>
              </a:solidFill>
            </a:endParaRPr>
          </a:p>
        </p:txBody>
      </p:sp>
      <p:sp>
        <p:nvSpPr>
          <p:cNvPr id="13" name="文本框 12"/>
          <p:cNvSpPr txBox="1"/>
          <p:nvPr userDrawn="1"/>
        </p:nvSpPr>
        <p:spPr>
          <a:xfrm>
            <a:off x="8777576" y="755346"/>
            <a:ext cx="296427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US" altLang="zh-CN" sz="1200" dirty="0">
                <a:solidFill>
                  <a:srgbClr val="A1A9B1"/>
                </a:solidFill>
              </a:rPr>
              <a:t>Create the era of intelligent electrification</a:t>
            </a:r>
            <a:endParaRPr kumimoji="1" lang="zh-CN" altLang="en-US" sz="1200" dirty="0">
              <a:solidFill>
                <a:srgbClr val="A1A9B1"/>
              </a:solidFill>
            </a:endParaRPr>
          </a:p>
        </p:txBody>
      </p:sp>
      <p:sp>
        <p:nvSpPr>
          <p:cNvPr id="8" name="页脚占位符 4"/>
          <p:cNvSpPr>
            <a:spLocks noGrp="1"/>
          </p:cNvSpPr>
          <p:nvPr>
            <p:ph type="ftr" sz="quarter" idx="3"/>
          </p:nvPr>
        </p:nvSpPr>
        <p:spPr>
          <a:xfrm>
            <a:off x="2016369" y="5994259"/>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封面-单行标题-深色底图">
    <p:spTree>
      <p:nvGrpSpPr>
        <p:cNvPr id="1" name=""/>
        <p:cNvGrpSpPr/>
        <p:nvPr/>
      </p:nvGrpSpPr>
      <p:grpSpPr>
        <a:xfrm>
          <a:off x="0" y="0"/>
          <a:ext cx="0" cy="0"/>
          <a:chOff x="0" y="0"/>
          <a:chExt cx="0" cy="0"/>
        </a:xfrm>
      </p:grpSpPr>
      <p:sp>
        <p:nvSpPr>
          <p:cNvPr id="11" name="图片占位符 10"/>
          <p:cNvSpPr>
            <a:spLocks noGrp="1"/>
          </p:cNvSpPr>
          <p:nvPr>
            <p:ph type="pic" sz="quarter" idx="13"/>
          </p:nvPr>
        </p:nvSpPr>
        <p:spPr>
          <a:xfrm>
            <a:off x="0" y="1451295"/>
            <a:ext cx="12192000" cy="5406704"/>
          </a:xfrm>
        </p:spPr>
        <p:txBody>
          <a:bodyPr/>
          <a:lstStyle/>
          <a:p>
            <a:endParaRPr kumimoji="1" lang="zh-CN" altLang="en-US" dirty="0"/>
          </a:p>
        </p:txBody>
      </p:sp>
      <p:sp>
        <p:nvSpPr>
          <p:cNvPr id="2" name="标题 1"/>
          <p:cNvSpPr>
            <a:spLocks noGrp="1"/>
          </p:cNvSpPr>
          <p:nvPr>
            <p:ph type="ctrTitle" hasCustomPrompt="1"/>
          </p:nvPr>
        </p:nvSpPr>
        <p:spPr>
          <a:xfrm>
            <a:off x="2054146" y="3843826"/>
            <a:ext cx="5122509" cy="658909"/>
          </a:xfrm>
        </p:spPr>
        <p:txBody>
          <a:bodyPr anchor="t">
            <a:noAutofit/>
          </a:bodyPr>
          <a:lstStyle>
            <a:lvl1pPr algn="l">
              <a:lnSpc>
                <a:spcPct val="100000"/>
              </a:lnSpc>
              <a:defRPr sz="3200">
                <a:solidFill>
                  <a:schemeClr val="bg1"/>
                </a:solidFill>
              </a:defRPr>
            </a:lvl1pPr>
          </a:lstStyle>
          <a:p>
            <a:r>
              <a:rPr kumimoji="1" lang="zh-CN" altLang="en-US" dirty="0"/>
              <a:t>单击此处编辑标题样式</a:t>
            </a:r>
            <a:endParaRPr kumimoji="1" lang="zh-CN" altLang="en-US" dirty="0"/>
          </a:p>
        </p:txBody>
      </p:sp>
      <p:sp>
        <p:nvSpPr>
          <p:cNvPr id="4" name="日期占位符 3"/>
          <p:cNvSpPr>
            <a:spLocks noGrp="1"/>
          </p:cNvSpPr>
          <p:nvPr>
            <p:ph type="dt" sz="half" idx="10"/>
          </p:nvPr>
        </p:nvSpPr>
        <p:spPr>
          <a:xfrm>
            <a:off x="544000" y="5994260"/>
            <a:ext cx="1510146" cy="365125"/>
          </a:xfrm>
        </p:spPr>
        <p:txBody>
          <a:bodyPr/>
          <a:lstStyle>
            <a:lvl1pPr>
              <a:defRPr sz="1400">
                <a:solidFill>
                  <a:schemeClr val="bg1"/>
                </a:solidFill>
              </a:defRPr>
            </a:lvl1pPr>
          </a:lstStyle>
          <a:p>
            <a:fld id="{6263CDAC-DA33-D443-8159-7943A4B08635}" type="datetime1">
              <a:rPr kumimoji="1" lang="zh-CN" altLang="en-US" smtClean="0"/>
            </a:fld>
            <a:endParaRPr kumimoji="1" lang="zh-CN" altLang="en-US" dirty="0"/>
          </a:p>
        </p:txBody>
      </p:sp>
      <p:pic>
        <p:nvPicPr>
          <p:cNvPr id="10" name="图片 9"/>
          <p:cNvPicPr>
            <a:picLocks noChangeAspect="1"/>
          </p:cNvPicPr>
          <p:nvPr userDrawn="1"/>
        </p:nvPicPr>
        <p:blipFill>
          <a:blip r:embed="rId2" cstate="screen"/>
          <a:stretch>
            <a:fillRect/>
          </a:stretch>
        </p:blipFill>
        <p:spPr>
          <a:xfrm>
            <a:off x="636712" y="570212"/>
            <a:ext cx="3105897" cy="306000"/>
          </a:xfrm>
          <a:prstGeom prst="rect">
            <a:avLst/>
          </a:prstGeom>
        </p:spPr>
      </p:pic>
      <p:sp>
        <p:nvSpPr>
          <p:cNvPr id="9" name="文本框 11"/>
          <p:cNvSpPr txBox="1"/>
          <p:nvPr userDrawn="1"/>
        </p:nvSpPr>
        <p:spPr>
          <a:xfrm>
            <a:off x="10306481" y="531411"/>
            <a:ext cx="139974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200" dirty="0">
                <a:solidFill>
                  <a:srgbClr val="A1A9B1"/>
                </a:solidFill>
              </a:rPr>
              <a:t>创 </a:t>
            </a:r>
            <a:r>
              <a:rPr kumimoji="1" lang="en-US" altLang="zh-CN" sz="1200" dirty="0">
                <a:solidFill>
                  <a:srgbClr val="A1A9B1"/>
                </a:solidFill>
              </a:rPr>
              <a:t>· </a:t>
            </a:r>
            <a:r>
              <a:rPr kumimoji="1" lang="zh-CN" altLang="en-US" sz="1200" dirty="0">
                <a:solidFill>
                  <a:srgbClr val="A1A9B1"/>
                </a:solidFill>
              </a:rPr>
              <a:t>智能电动时代</a:t>
            </a:r>
            <a:endParaRPr kumimoji="1" lang="zh-CN" altLang="en-US" sz="1200" dirty="0">
              <a:solidFill>
                <a:srgbClr val="A1A9B1"/>
              </a:solidFill>
            </a:endParaRPr>
          </a:p>
        </p:txBody>
      </p:sp>
      <p:sp>
        <p:nvSpPr>
          <p:cNvPr id="13" name="文本框 12"/>
          <p:cNvSpPr txBox="1"/>
          <p:nvPr userDrawn="1"/>
        </p:nvSpPr>
        <p:spPr>
          <a:xfrm>
            <a:off x="8777576" y="755346"/>
            <a:ext cx="296427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US" altLang="zh-CN" sz="1200" dirty="0">
                <a:solidFill>
                  <a:srgbClr val="A1A9B1"/>
                </a:solidFill>
              </a:rPr>
              <a:t>Create the era of intelligent electrification</a:t>
            </a:r>
            <a:endParaRPr kumimoji="1" lang="zh-CN" altLang="en-US" sz="1200" dirty="0">
              <a:solidFill>
                <a:srgbClr val="A1A9B1"/>
              </a:solidFill>
            </a:endParaRPr>
          </a:p>
        </p:txBody>
      </p:sp>
      <p:sp>
        <p:nvSpPr>
          <p:cNvPr id="8" name="页脚占位符 4"/>
          <p:cNvSpPr>
            <a:spLocks noGrp="1"/>
          </p:cNvSpPr>
          <p:nvPr>
            <p:ph type="ftr" sz="quarter" idx="3"/>
          </p:nvPr>
        </p:nvSpPr>
        <p:spPr>
          <a:xfrm>
            <a:off x="2016369" y="5994259"/>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与内容">
    <p:spTree>
      <p:nvGrpSpPr>
        <p:cNvPr id="1" name=""/>
        <p:cNvGrpSpPr/>
        <p:nvPr/>
      </p:nvGrpSpPr>
      <p:grpSpPr>
        <a:xfrm>
          <a:off x="0" y="0"/>
          <a:ext cx="0" cy="0"/>
          <a:chOff x="0" y="0"/>
          <a:chExt cx="0" cy="0"/>
        </a:xfrm>
      </p:grpSpPr>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lvl1pPr algn="ctr">
              <a:defRPr/>
            </a:lvl1p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1133290"/>
            <a:ext cx="11120437" cy="4711700"/>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8"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两个内容">
    <p:spTree>
      <p:nvGrpSpPr>
        <p:cNvPr id="1" name=""/>
        <p:cNvGrpSpPr/>
        <p:nvPr/>
      </p:nvGrpSpPr>
      <p:grpSpPr>
        <a:xfrm>
          <a:off x="0" y="0"/>
          <a:ext cx="0" cy="0"/>
          <a:chOff x="0" y="0"/>
          <a:chExt cx="0" cy="0"/>
        </a:xfrm>
      </p:grpSpPr>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2357328"/>
            <a:ext cx="5364000" cy="3213757"/>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9" name="文本占位符 6"/>
          <p:cNvSpPr>
            <a:spLocks noGrp="1"/>
          </p:cNvSpPr>
          <p:nvPr>
            <p:ph type="body" sz="quarter" idx="14" hasCustomPrompt="1"/>
          </p:nvPr>
        </p:nvSpPr>
        <p:spPr>
          <a:xfrm>
            <a:off x="6303762" y="2338666"/>
            <a:ext cx="5364000" cy="3213758"/>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8" name="标题 1"/>
          <p:cNvSpPr txBox="1"/>
          <p:nvPr userDrawn="1"/>
        </p:nvSpPr>
        <p:spPr>
          <a:xfrm>
            <a:off x="544000" y="1825250"/>
            <a:ext cx="5364000" cy="5134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a:lstStyle>
          <a:p>
            <a:r>
              <a:rPr kumimoji="1" lang="zh-CN" altLang="en-US" sz="2000" dirty="0"/>
              <a:t>单击此处编辑文本标题样式</a:t>
            </a:r>
            <a:endParaRPr kumimoji="1" lang="zh-CN" altLang="en-US" sz="2000" dirty="0"/>
          </a:p>
        </p:txBody>
      </p:sp>
      <p:sp>
        <p:nvSpPr>
          <p:cNvPr id="10" name="标题 1"/>
          <p:cNvSpPr txBox="1"/>
          <p:nvPr userDrawn="1"/>
        </p:nvSpPr>
        <p:spPr>
          <a:xfrm>
            <a:off x="6235674" y="1825250"/>
            <a:ext cx="5364000" cy="5134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a:lstStyle>
          <a:p>
            <a:r>
              <a:rPr kumimoji="1" lang="zh-CN" altLang="en-US" sz="2000" dirty="0"/>
              <a:t>单击此处编辑文本标题样式</a:t>
            </a:r>
            <a:endParaRPr kumimoji="1" lang="zh-CN" altLang="en-US" sz="2000" dirty="0"/>
          </a:p>
        </p:txBody>
      </p:sp>
      <p:sp>
        <p:nvSpPr>
          <p:cNvPr id="11" name="标题 1"/>
          <p:cNvSpPr txBox="1"/>
          <p:nvPr userDrawn="1"/>
        </p:nvSpPr>
        <p:spPr>
          <a:xfrm>
            <a:off x="544000" y="906301"/>
            <a:ext cx="11121422" cy="5134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a:lstStyle>
          <a:p>
            <a:r>
              <a:rPr kumimoji="1" lang="zh-CN" altLang="en-US" sz="1800" b="0" dirty="0"/>
              <a:t>单击此处编辑母版副标题样式</a:t>
            </a:r>
            <a:endParaRPr kumimoji="1" lang="zh-CN" altLang="en-US" sz="1800" b="0" dirty="0"/>
          </a:p>
        </p:txBody>
      </p:sp>
      <p:sp>
        <p:nvSpPr>
          <p:cNvPr id="12"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两个内容">
    <p:spTree>
      <p:nvGrpSpPr>
        <p:cNvPr id="1" name=""/>
        <p:cNvGrpSpPr/>
        <p:nvPr/>
      </p:nvGrpSpPr>
      <p:grpSpPr>
        <a:xfrm>
          <a:off x="0" y="0"/>
          <a:ext cx="0" cy="0"/>
          <a:chOff x="0" y="0"/>
          <a:chExt cx="0" cy="0"/>
        </a:xfrm>
      </p:grpSpPr>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2357328"/>
            <a:ext cx="3262377" cy="3213757"/>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8" name="标题 1"/>
          <p:cNvSpPr txBox="1"/>
          <p:nvPr userDrawn="1"/>
        </p:nvSpPr>
        <p:spPr>
          <a:xfrm>
            <a:off x="544000" y="1825250"/>
            <a:ext cx="5364000" cy="5134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a:lstStyle>
          <a:p>
            <a:r>
              <a:rPr kumimoji="1" lang="zh-CN" altLang="en-US" sz="2000" dirty="0"/>
              <a:t>单击此处编辑文本标题样式</a:t>
            </a:r>
            <a:endParaRPr kumimoji="1" lang="zh-CN" altLang="en-US" sz="2000" dirty="0"/>
          </a:p>
        </p:txBody>
      </p:sp>
      <p:sp>
        <p:nvSpPr>
          <p:cNvPr id="10" name="标题 1"/>
          <p:cNvSpPr txBox="1"/>
          <p:nvPr userDrawn="1"/>
        </p:nvSpPr>
        <p:spPr>
          <a:xfrm>
            <a:off x="4444533" y="1825250"/>
            <a:ext cx="5364000" cy="5134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a:lstStyle>
          <a:p>
            <a:r>
              <a:rPr kumimoji="1" lang="zh-CN" altLang="en-US" sz="2000" dirty="0"/>
              <a:t>单击此处编辑文本标题样式</a:t>
            </a:r>
            <a:endParaRPr kumimoji="1" lang="zh-CN" altLang="en-US" sz="2000" dirty="0"/>
          </a:p>
        </p:txBody>
      </p:sp>
      <p:sp>
        <p:nvSpPr>
          <p:cNvPr id="11" name="标题 1"/>
          <p:cNvSpPr txBox="1"/>
          <p:nvPr userDrawn="1"/>
        </p:nvSpPr>
        <p:spPr>
          <a:xfrm>
            <a:off x="544000" y="906301"/>
            <a:ext cx="11121422" cy="5134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a:lstStyle>
          <a:p>
            <a:r>
              <a:rPr kumimoji="1" lang="zh-CN" altLang="en-US" sz="1800" b="0" dirty="0"/>
              <a:t>单击此处编辑母版副标题样式</a:t>
            </a:r>
            <a:endParaRPr kumimoji="1" lang="zh-CN" altLang="en-US" sz="1800" b="0" dirty="0"/>
          </a:p>
        </p:txBody>
      </p:sp>
      <p:sp>
        <p:nvSpPr>
          <p:cNvPr id="12" name="标题 1"/>
          <p:cNvSpPr txBox="1"/>
          <p:nvPr userDrawn="1"/>
        </p:nvSpPr>
        <p:spPr>
          <a:xfrm>
            <a:off x="8344729" y="1825250"/>
            <a:ext cx="5364000" cy="5134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a:lstStyle>
          <a:p>
            <a:r>
              <a:rPr kumimoji="1" lang="zh-CN" altLang="en-US" sz="2000" dirty="0"/>
              <a:t>单击此处编辑文本标题样式</a:t>
            </a:r>
            <a:endParaRPr kumimoji="1" lang="zh-CN" altLang="en-US" sz="2000" dirty="0"/>
          </a:p>
        </p:txBody>
      </p:sp>
      <p:sp>
        <p:nvSpPr>
          <p:cNvPr id="13" name="文本占位符 6"/>
          <p:cNvSpPr>
            <a:spLocks noGrp="1"/>
          </p:cNvSpPr>
          <p:nvPr>
            <p:ph type="body" sz="quarter" idx="14" hasCustomPrompt="1"/>
          </p:nvPr>
        </p:nvSpPr>
        <p:spPr>
          <a:xfrm>
            <a:off x="4407386" y="2357328"/>
            <a:ext cx="3262377" cy="3213757"/>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14" name="文本占位符 6"/>
          <p:cNvSpPr>
            <a:spLocks noGrp="1"/>
          </p:cNvSpPr>
          <p:nvPr>
            <p:ph type="body" sz="quarter" idx="15" hasCustomPrompt="1"/>
          </p:nvPr>
        </p:nvSpPr>
        <p:spPr>
          <a:xfrm>
            <a:off x="8400888" y="2357328"/>
            <a:ext cx="3262377" cy="3213757"/>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15"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两个内容">
    <p:spTree>
      <p:nvGrpSpPr>
        <p:cNvPr id="1" name=""/>
        <p:cNvGrpSpPr/>
        <p:nvPr/>
      </p:nvGrpSpPr>
      <p:grpSpPr>
        <a:xfrm>
          <a:off x="0" y="0"/>
          <a:ext cx="0" cy="0"/>
          <a:chOff x="0" y="0"/>
          <a:chExt cx="0" cy="0"/>
        </a:xfrm>
      </p:grpSpPr>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1133290"/>
            <a:ext cx="5364000" cy="4711700"/>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9" name="文本占位符 6"/>
          <p:cNvSpPr>
            <a:spLocks noGrp="1"/>
          </p:cNvSpPr>
          <p:nvPr>
            <p:ph type="body" sz="quarter" idx="14" hasCustomPrompt="1"/>
          </p:nvPr>
        </p:nvSpPr>
        <p:spPr>
          <a:xfrm>
            <a:off x="6303762" y="1133290"/>
            <a:ext cx="5364000" cy="4711700"/>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8"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与图片">
    <p:spTree>
      <p:nvGrpSpPr>
        <p:cNvPr id="1" name=""/>
        <p:cNvGrpSpPr/>
        <p:nvPr/>
      </p:nvGrpSpPr>
      <p:grpSpPr>
        <a:xfrm>
          <a:off x="0" y="0"/>
          <a:ext cx="0" cy="0"/>
          <a:chOff x="0" y="0"/>
          <a:chExt cx="0" cy="0"/>
        </a:xfrm>
      </p:grpSpPr>
      <p:sp>
        <p:nvSpPr>
          <p:cNvPr id="8" name="图片占位符 7"/>
          <p:cNvSpPr>
            <a:spLocks noGrp="1"/>
          </p:cNvSpPr>
          <p:nvPr>
            <p:ph type="pic" sz="quarter" idx="15"/>
          </p:nvPr>
        </p:nvSpPr>
        <p:spPr>
          <a:xfrm>
            <a:off x="6303963" y="1133475"/>
            <a:ext cx="5360987" cy="4711700"/>
          </a:xfrm>
        </p:spPr>
        <p:txBody>
          <a:bodyPr/>
          <a:lstStyle/>
          <a:p>
            <a:endParaRPr kumimoji="1" lang="zh-CN" altLang="en-US"/>
          </a:p>
        </p:txBody>
      </p:sp>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1133290"/>
            <a:ext cx="5364000" cy="4711700"/>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9"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容与视频">
    <p:spTree>
      <p:nvGrpSpPr>
        <p:cNvPr id="1" name=""/>
        <p:cNvGrpSpPr/>
        <p:nvPr/>
      </p:nvGrpSpPr>
      <p:grpSpPr>
        <a:xfrm>
          <a:off x="0" y="0"/>
          <a:ext cx="0" cy="0"/>
          <a:chOff x="0" y="0"/>
          <a:chExt cx="0" cy="0"/>
        </a:xfrm>
      </p:grpSpPr>
      <p:sp>
        <p:nvSpPr>
          <p:cNvPr id="9" name="媒体占位符 8"/>
          <p:cNvSpPr>
            <a:spLocks noGrp="1"/>
          </p:cNvSpPr>
          <p:nvPr>
            <p:ph type="media" sz="quarter" idx="16"/>
          </p:nvPr>
        </p:nvSpPr>
        <p:spPr>
          <a:xfrm>
            <a:off x="6303963" y="1133290"/>
            <a:ext cx="5360987" cy="4711700"/>
          </a:xfrm>
        </p:spPr>
        <p:txBody>
          <a:bodyPr/>
          <a:lstStyle/>
          <a:p>
            <a:endParaRPr kumimoji="1" lang="zh-CN" altLang="en-US"/>
          </a:p>
        </p:txBody>
      </p:sp>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1133290"/>
            <a:ext cx="5364000" cy="4711700"/>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8"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内容与图表">
    <p:spTree>
      <p:nvGrpSpPr>
        <p:cNvPr id="1" name=""/>
        <p:cNvGrpSpPr/>
        <p:nvPr/>
      </p:nvGrpSpPr>
      <p:grpSpPr>
        <a:xfrm>
          <a:off x="0" y="0"/>
          <a:ext cx="0" cy="0"/>
          <a:chOff x="0" y="0"/>
          <a:chExt cx="0" cy="0"/>
        </a:xfrm>
      </p:grpSpPr>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1133290"/>
            <a:ext cx="5364000" cy="4711700"/>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8" name="图表占位符 7"/>
          <p:cNvSpPr>
            <a:spLocks noGrp="1"/>
          </p:cNvSpPr>
          <p:nvPr>
            <p:ph type="chart" sz="quarter" idx="17"/>
          </p:nvPr>
        </p:nvSpPr>
        <p:spPr>
          <a:xfrm>
            <a:off x="6303963" y="1133475"/>
            <a:ext cx="5360987" cy="4711515"/>
          </a:xfrm>
        </p:spPr>
        <p:txBody>
          <a:bodyPr/>
          <a:lstStyle/>
          <a:p>
            <a:endParaRPr kumimoji="1" lang="zh-CN" altLang="en-US"/>
          </a:p>
        </p:txBody>
      </p:sp>
      <p:sp>
        <p:nvSpPr>
          <p:cNvPr id="9"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容与表格">
    <p:spTree>
      <p:nvGrpSpPr>
        <p:cNvPr id="1" name=""/>
        <p:cNvGrpSpPr/>
        <p:nvPr/>
      </p:nvGrpSpPr>
      <p:grpSpPr>
        <a:xfrm>
          <a:off x="0" y="0"/>
          <a:ext cx="0" cy="0"/>
          <a:chOff x="0" y="0"/>
          <a:chExt cx="0" cy="0"/>
        </a:xfrm>
      </p:grpSpPr>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1133290"/>
            <a:ext cx="3570287" cy="4711700"/>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9" name="表格占位符 8"/>
          <p:cNvSpPr>
            <a:spLocks noGrp="1"/>
          </p:cNvSpPr>
          <p:nvPr>
            <p:ph type="tbl" sz="quarter" idx="18"/>
          </p:nvPr>
        </p:nvSpPr>
        <p:spPr>
          <a:xfrm>
            <a:off x="4446495" y="1133475"/>
            <a:ext cx="7218456" cy="4711515"/>
          </a:xfrm>
        </p:spPr>
        <p:txBody>
          <a:bodyPr/>
          <a:lstStyle/>
          <a:p>
            <a:endParaRPr kumimoji="1" lang="zh-CN" altLang="en-US"/>
          </a:p>
        </p:txBody>
      </p:sp>
      <p:sp>
        <p:nvSpPr>
          <p:cNvPr id="8"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6"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全屏图片">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9808533" y="6392174"/>
            <a:ext cx="1015572" cy="263041"/>
          </a:xfrm>
          <a:prstGeom prst="rect">
            <a:avLst/>
          </a:prstGeom>
        </p:spPr>
        <p:txBody>
          <a:bodyPr/>
          <a:lstStyle/>
          <a:p>
            <a:fld id="{4FD61D64-70CE-E54F-BDF8-B8D614687CF6}" type="datetime1">
              <a:rPr kumimoji="1" lang="zh-CN" altLang="en-US" smtClean="0"/>
            </a:fld>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6" name="图片占位符 5"/>
          <p:cNvSpPr>
            <a:spLocks noGrp="1"/>
          </p:cNvSpPr>
          <p:nvPr>
            <p:ph type="pic" sz="quarter" idx="13"/>
          </p:nvPr>
        </p:nvSpPr>
        <p:spPr>
          <a:xfrm>
            <a:off x="0" y="0"/>
            <a:ext cx="12192000" cy="6858000"/>
          </a:xfrm>
        </p:spPr>
        <p:txBody>
          <a:bodyPr/>
          <a:lstStyle/>
          <a:p>
            <a:endParaRPr kumimoji="1" lang="zh-CN" altLang="en-US"/>
          </a:p>
        </p:txBody>
      </p:sp>
      <p:sp>
        <p:nvSpPr>
          <p:cNvPr id="7"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全屏视频">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9808533" y="6392174"/>
            <a:ext cx="1015572" cy="263041"/>
          </a:xfrm>
          <a:prstGeom prst="rect">
            <a:avLst/>
          </a:prstGeom>
        </p:spPr>
        <p:txBody>
          <a:bodyPr/>
          <a:lstStyle/>
          <a:p>
            <a:fld id="{4FD61D64-70CE-E54F-BDF8-B8D614687CF6}" type="datetime1">
              <a:rPr kumimoji="1" lang="zh-CN" altLang="en-US" smtClean="0"/>
            </a:fld>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媒体占位符 6"/>
          <p:cNvSpPr>
            <a:spLocks noGrp="1"/>
          </p:cNvSpPr>
          <p:nvPr>
            <p:ph type="media" sz="quarter" idx="13"/>
          </p:nvPr>
        </p:nvSpPr>
        <p:spPr>
          <a:xfrm>
            <a:off x="0" y="0"/>
            <a:ext cx="12192000" cy="6858000"/>
          </a:xfrm>
        </p:spPr>
        <p:txBody>
          <a:bodyPr/>
          <a:lstStyle/>
          <a:p>
            <a:endParaRPr kumimoji="1" lang="zh-CN" altLang="en-US"/>
          </a:p>
        </p:txBody>
      </p:sp>
      <p:sp>
        <p:nvSpPr>
          <p:cNvPr id="6"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结束页-中文">
    <p:bg>
      <p:bgPr>
        <a:solidFill>
          <a:schemeClr val="tx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stretch>
            <a:fillRect/>
          </a:stretch>
        </p:blipFill>
        <p:spPr>
          <a:xfrm>
            <a:off x="0" y="0"/>
            <a:ext cx="12192000" cy="6858000"/>
          </a:xfrm>
          <a:prstGeom prst="rect">
            <a:avLst/>
          </a:prstGeom>
        </p:spPr>
      </p:pic>
      <p:pic>
        <p:nvPicPr>
          <p:cNvPr id="5" name="图片 4"/>
          <p:cNvPicPr>
            <a:picLocks noChangeAspect="1"/>
          </p:cNvPicPr>
          <p:nvPr userDrawn="1"/>
        </p:nvPicPr>
        <p:blipFill>
          <a:blip r:embed="rId3" cstate="screen"/>
          <a:stretch>
            <a:fillRect/>
          </a:stretch>
        </p:blipFill>
        <p:spPr>
          <a:xfrm>
            <a:off x="0" y="0"/>
            <a:ext cx="12192000" cy="6858000"/>
          </a:xfrm>
          <a:prstGeom prst="rect">
            <a:avLst/>
          </a:prstGeom>
        </p:spPr>
      </p:pic>
      <p:pic>
        <p:nvPicPr>
          <p:cNvPr id="8" name="图片 7"/>
          <p:cNvPicPr>
            <a:picLocks noChangeAspect="1"/>
          </p:cNvPicPr>
          <p:nvPr userDrawn="1"/>
        </p:nvPicPr>
        <p:blipFill>
          <a:blip r:embed="rId4" cstate="screen"/>
          <a:stretch>
            <a:fillRect/>
          </a:stretch>
        </p:blipFill>
        <p:spPr>
          <a:xfrm>
            <a:off x="636712" y="570212"/>
            <a:ext cx="3105901" cy="306000"/>
          </a:xfrm>
          <a:prstGeom prst="rect">
            <a:avLst/>
          </a:prstGeom>
        </p:spPr>
      </p:pic>
      <p:sp>
        <p:nvSpPr>
          <p:cNvPr id="13" name="文本框 12"/>
          <p:cNvSpPr txBox="1"/>
          <p:nvPr userDrawn="1"/>
        </p:nvSpPr>
        <p:spPr>
          <a:xfrm>
            <a:off x="636712" y="6005140"/>
            <a:ext cx="4173772" cy="307777"/>
          </a:xfrm>
          <a:prstGeom prst="rect">
            <a:avLst/>
          </a:prstGeom>
          <a:noFill/>
        </p:spPr>
        <p:txBody>
          <a:bodyPr wrap="square" rtlCol="0">
            <a:spAutoFit/>
          </a:bodyPr>
          <a:lstStyle/>
          <a:p>
            <a:r>
              <a:rPr kumimoji="1" lang="en-US" altLang="zh-CN" sz="1400" dirty="0">
                <a:solidFill>
                  <a:schemeClr val="bg1"/>
                </a:solidFill>
              </a:rPr>
              <a:t>www.catl.com</a:t>
            </a:r>
            <a:endParaRPr kumimoji="1" lang="zh-CN" altLang="en-US" sz="1400" dirty="0">
              <a:solidFill>
                <a:schemeClr val="bg1"/>
              </a:solidFill>
            </a:endParaRPr>
          </a:p>
        </p:txBody>
      </p:sp>
      <p:sp>
        <p:nvSpPr>
          <p:cNvPr id="7" name="文本框 6"/>
          <p:cNvSpPr txBox="1"/>
          <p:nvPr userDrawn="1"/>
        </p:nvSpPr>
        <p:spPr>
          <a:xfrm>
            <a:off x="3232240" y="3105834"/>
            <a:ext cx="2082621" cy="646331"/>
          </a:xfrm>
          <a:prstGeom prst="rect">
            <a:avLst/>
          </a:prstGeom>
          <a:noFill/>
        </p:spPr>
        <p:txBody>
          <a:bodyPr wrap="none" rtlCol="0">
            <a:spAutoFit/>
          </a:bodyPr>
          <a:lstStyle/>
          <a:p>
            <a:r>
              <a:rPr kumimoji="1" lang="zh-CN" altLang="en-US" sz="3600" b="1" dirty="0">
                <a:solidFill>
                  <a:schemeClr val="bg1"/>
                </a:solidFill>
              </a:rPr>
              <a:t>感谢聆听</a:t>
            </a:r>
            <a:endParaRPr kumimoji="1" lang="zh-CN" altLang="en-US" sz="3600" b="1" dirty="0">
              <a:solidFill>
                <a:schemeClr val="bg1"/>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结束页-英文">
    <p:bg>
      <p:bgPr>
        <a:solidFill>
          <a:schemeClr val="tx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stretch>
            <a:fillRect/>
          </a:stretch>
        </p:blipFill>
        <p:spPr>
          <a:xfrm>
            <a:off x="0" y="0"/>
            <a:ext cx="12192000" cy="6858000"/>
          </a:xfrm>
          <a:prstGeom prst="rect">
            <a:avLst/>
          </a:prstGeom>
        </p:spPr>
      </p:pic>
      <p:pic>
        <p:nvPicPr>
          <p:cNvPr id="5" name="图片 4"/>
          <p:cNvPicPr>
            <a:picLocks noChangeAspect="1"/>
          </p:cNvPicPr>
          <p:nvPr userDrawn="1"/>
        </p:nvPicPr>
        <p:blipFill>
          <a:blip r:embed="rId3" cstate="screen"/>
          <a:stretch>
            <a:fillRect/>
          </a:stretch>
        </p:blipFill>
        <p:spPr>
          <a:xfrm>
            <a:off x="0" y="0"/>
            <a:ext cx="12192000" cy="6858000"/>
          </a:xfrm>
          <a:prstGeom prst="rect">
            <a:avLst/>
          </a:prstGeom>
        </p:spPr>
      </p:pic>
      <p:pic>
        <p:nvPicPr>
          <p:cNvPr id="8" name="图片 7"/>
          <p:cNvPicPr>
            <a:picLocks noChangeAspect="1"/>
          </p:cNvPicPr>
          <p:nvPr userDrawn="1"/>
        </p:nvPicPr>
        <p:blipFill>
          <a:blip r:embed="rId4" cstate="screen"/>
          <a:stretch>
            <a:fillRect/>
          </a:stretch>
        </p:blipFill>
        <p:spPr>
          <a:xfrm>
            <a:off x="636712" y="570212"/>
            <a:ext cx="3105901" cy="306000"/>
          </a:xfrm>
          <a:prstGeom prst="rect">
            <a:avLst/>
          </a:prstGeom>
        </p:spPr>
      </p:pic>
      <p:sp>
        <p:nvSpPr>
          <p:cNvPr id="13" name="文本框 12"/>
          <p:cNvSpPr txBox="1"/>
          <p:nvPr userDrawn="1"/>
        </p:nvSpPr>
        <p:spPr>
          <a:xfrm>
            <a:off x="636712" y="6005140"/>
            <a:ext cx="4173772" cy="307777"/>
          </a:xfrm>
          <a:prstGeom prst="rect">
            <a:avLst/>
          </a:prstGeom>
          <a:noFill/>
        </p:spPr>
        <p:txBody>
          <a:bodyPr wrap="square" rtlCol="0">
            <a:spAutoFit/>
          </a:bodyPr>
          <a:lstStyle/>
          <a:p>
            <a:r>
              <a:rPr kumimoji="1" lang="en-US" altLang="zh-CN" sz="1400" dirty="0">
                <a:solidFill>
                  <a:schemeClr val="bg1"/>
                </a:solidFill>
              </a:rPr>
              <a:t>www.catl.com</a:t>
            </a:r>
            <a:endParaRPr kumimoji="1" lang="zh-CN" altLang="en-US" sz="1400" dirty="0">
              <a:solidFill>
                <a:schemeClr val="bg1"/>
              </a:solidFill>
            </a:endParaRPr>
          </a:p>
        </p:txBody>
      </p:sp>
      <p:sp>
        <p:nvSpPr>
          <p:cNvPr id="7" name="文本框 6"/>
          <p:cNvSpPr txBox="1"/>
          <p:nvPr userDrawn="1"/>
        </p:nvSpPr>
        <p:spPr>
          <a:xfrm>
            <a:off x="3232240" y="3105834"/>
            <a:ext cx="2920671" cy="646331"/>
          </a:xfrm>
          <a:prstGeom prst="rect">
            <a:avLst/>
          </a:prstGeom>
          <a:noFill/>
        </p:spPr>
        <p:txBody>
          <a:bodyPr wrap="none" rtlCol="0">
            <a:spAutoFit/>
          </a:bodyPr>
          <a:lstStyle/>
          <a:p>
            <a:r>
              <a:rPr kumimoji="1" lang="en-US" altLang="zh-CN" sz="3600" b="1" dirty="0">
                <a:solidFill>
                  <a:schemeClr val="bg1"/>
                </a:solidFill>
              </a:rPr>
              <a:t>THANK</a:t>
            </a:r>
            <a:r>
              <a:rPr kumimoji="1" lang="zh-CN" altLang="en-US" sz="3600" b="1" dirty="0">
                <a:solidFill>
                  <a:schemeClr val="bg1"/>
                </a:solidFill>
              </a:rPr>
              <a:t> </a:t>
            </a:r>
            <a:r>
              <a:rPr kumimoji="1" lang="en-US" altLang="zh-CN" sz="3600" b="1" dirty="0">
                <a:solidFill>
                  <a:schemeClr val="bg1"/>
                </a:solidFill>
              </a:rPr>
              <a:t>YOU</a:t>
            </a:r>
            <a:endParaRPr kumimoji="1" lang="zh-CN" altLang="en-US" sz="3600" b="1" dirty="0">
              <a:solidFill>
                <a:schemeClr val="bg1"/>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10"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3"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7.xml"/><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slideLayout" Target="../slideLayouts/slideLayout15.xml"/><Relationship Id="rId7" Type="http://schemas.openxmlformats.org/officeDocument/2006/relationships/slideLayout" Target="../slideLayouts/slideLayout14.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3" Type="http://schemas.openxmlformats.org/officeDocument/2006/relationships/slideLayout" Target="../slideLayouts/slideLayout10.xml"/><Relationship Id="rId2" Type="http://schemas.openxmlformats.org/officeDocument/2006/relationships/slideLayout" Target="../slideLayouts/slideLayout9.xml"/><Relationship Id="rId18" Type="http://schemas.openxmlformats.org/officeDocument/2006/relationships/theme" Target="../theme/theme3.xml"/><Relationship Id="rId17" Type="http://schemas.openxmlformats.org/officeDocument/2006/relationships/image" Target="../media/image7.png"/><Relationship Id="rId16" Type="http://schemas.openxmlformats.org/officeDocument/2006/relationships/image" Target="../media/image6.png"/><Relationship Id="rId15" Type="http://schemas.openxmlformats.org/officeDocument/2006/relationships/slideLayout" Target="../slideLayouts/slideLayout22.xml"/><Relationship Id="rId14" Type="http://schemas.openxmlformats.org/officeDocument/2006/relationships/slideLayout" Target="../slideLayouts/slideLayout21.xml"/><Relationship Id="rId13" Type="http://schemas.openxmlformats.org/officeDocument/2006/relationships/slideLayout" Target="../slideLayouts/slideLayout20.xml"/><Relationship Id="rId12" Type="http://schemas.openxmlformats.org/officeDocument/2006/relationships/slideLayout" Target="../slideLayouts/slideLayout19.xml"/><Relationship Id="rId11" Type="http://schemas.openxmlformats.org/officeDocument/2006/relationships/slideLayout" Target="../slideLayouts/slideLayout18.xml"/><Relationship Id="rId10" Type="http://schemas.openxmlformats.org/officeDocument/2006/relationships/slideLayout" Target="../slideLayouts/slideLayout17.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44000" y="365125"/>
            <a:ext cx="11121422" cy="713867"/>
          </a:xfrm>
          <a:prstGeom prst="rect">
            <a:avLst/>
          </a:prstGeom>
        </p:spPr>
        <p:txBody>
          <a:bodyPr vert="horz" lIns="91440" tIns="45720" rIns="91440" bIns="45720" rtlCol="0" anchor="t">
            <a:normAutofit/>
          </a:bodyPr>
          <a:lstStyle/>
          <a:p>
            <a:r>
              <a:rPr kumimoji="1" lang="zh-CN" altLang="en-US" dirty="0"/>
              <a:t>单击此处编辑标题样式</a:t>
            </a:r>
            <a:endParaRPr kumimoji="1" lang="zh-CN" altLang="en-US" dirty="0"/>
          </a:p>
        </p:txBody>
      </p:sp>
      <p:sp>
        <p:nvSpPr>
          <p:cNvPr id="3" name="文本占位符 2"/>
          <p:cNvSpPr>
            <a:spLocks noGrp="1"/>
          </p:cNvSpPr>
          <p:nvPr>
            <p:ph type="body" idx="1"/>
          </p:nvPr>
        </p:nvSpPr>
        <p:spPr>
          <a:xfrm>
            <a:off x="544000" y="1344168"/>
            <a:ext cx="11104000" cy="4832795"/>
          </a:xfrm>
          <a:prstGeom prst="rect">
            <a:avLst/>
          </a:prstGeom>
        </p:spPr>
        <p:txBody>
          <a:bodyPr vert="horz" lIns="91440" tIns="45720" rIns="91440" bIns="45720" rtlCol="0">
            <a:normAutofit/>
          </a:bodyPr>
          <a:lstStyle/>
          <a:p>
            <a:pPr lvl="0"/>
            <a:r>
              <a:rPr kumimoji="1" lang="zh-CN" altLang="en-US"/>
              <a:t>编辑母版文本样式</a:t>
            </a:r>
            <a:endParaRPr kumimoji="1" lang="zh-CN" altLang="en-US"/>
          </a:p>
          <a:p>
            <a:pPr lvl="1"/>
            <a:r>
              <a:rPr kumimoji="1" lang="zh-CN" altLang="en-US"/>
              <a:t>第二级</a:t>
            </a:r>
            <a:endParaRPr kumimoji="1" lang="zh-CN" altLang="en-US"/>
          </a:p>
          <a:p>
            <a:pPr lvl="2"/>
            <a:r>
              <a:rPr kumimoji="1" lang="zh-CN" altLang="en-US"/>
              <a:t>第三级</a:t>
            </a:r>
            <a:endParaRPr kumimoji="1" lang="zh-CN" altLang="en-US"/>
          </a:p>
          <a:p>
            <a:pPr lvl="3"/>
            <a:r>
              <a:rPr kumimoji="1" lang="zh-CN" altLang="en-US"/>
              <a:t>第四级</a:t>
            </a:r>
            <a:endParaRPr kumimoji="1" lang="zh-CN" altLang="en-US"/>
          </a:p>
          <a:p>
            <a:pPr lvl="4"/>
            <a:r>
              <a:rPr kumimoji="1" lang="zh-CN" altLang="en-US"/>
              <a:t>第五级</a:t>
            </a:r>
            <a:endParaRPr kumimoji="1" lang="zh-CN" altLang="en-US"/>
          </a:p>
        </p:txBody>
      </p:sp>
      <p:sp>
        <p:nvSpPr>
          <p:cNvPr id="4" name="日期占位符 3"/>
          <p:cNvSpPr>
            <a:spLocks noGrp="1"/>
          </p:cNvSpPr>
          <p:nvPr>
            <p:ph type="dt" sz="half" idx="2"/>
          </p:nvPr>
        </p:nvSpPr>
        <p:spPr>
          <a:xfrm>
            <a:off x="2348696" y="629009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FD61D64-70CE-E54F-BDF8-B8D614687CF6}" type="datetime1">
              <a:rPr kumimoji="1" lang="zh-CN" altLang="en-US" smtClean="0"/>
            </a:fld>
            <a:endParaRPr kumimoji="1" lang="zh-CN" altLang="en-US"/>
          </a:p>
        </p:txBody>
      </p:sp>
      <p:sp>
        <p:nvSpPr>
          <p:cNvPr id="5" name="页脚占位符 4"/>
          <p:cNvSpPr>
            <a:spLocks noGrp="1"/>
          </p:cNvSpPr>
          <p:nvPr>
            <p:ph type="ftr" sz="quarter" idx="3"/>
          </p:nvPr>
        </p:nvSpPr>
        <p:spPr>
          <a:xfrm>
            <a:off x="4038600" y="6290090"/>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
        <p:nvSpPr>
          <p:cNvPr id="6" name="幻灯片编号占位符 5"/>
          <p:cNvSpPr>
            <a:spLocks noGrp="1"/>
          </p:cNvSpPr>
          <p:nvPr>
            <p:ph type="sldNum" sz="quarter" idx="4"/>
          </p:nvPr>
        </p:nvSpPr>
        <p:spPr>
          <a:xfrm>
            <a:off x="8904800" y="629009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981757-A667-704E-B799-643DAFF31F8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p:txStyles>
    <p:titleStyle>
      <a:lvl1pPr algn="l" defTabSz="914400" rtl="0" eaLnBrk="1" latinLnBrk="0" hangingPunct="1">
        <a:lnSpc>
          <a:spcPct val="90000"/>
        </a:lnSpc>
        <a:spcBef>
          <a:spcPct val="0"/>
        </a:spcBef>
        <a:buNone/>
        <a:defRPr sz="2800" b="1" kern="1200">
          <a:solidFill>
            <a:srgbClr val="0028A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44000" y="365125"/>
            <a:ext cx="11121422" cy="713867"/>
          </a:xfrm>
          <a:prstGeom prst="rect">
            <a:avLst/>
          </a:prstGeom>
        </p:spPr>
        <p:txBody>
          <a:bodyPr vert="horz" lIns="91440" tIns="45720" rIns="91440" bIns="45720" rtlCol="0" anchor="t">
            <a:normAutofit/>
          </a:bodyPr>
          <a:lstStyle/>
          <a:p>
            <a:r>
              <a:rPr kumimoji="1" lang="zh-CN" altLang="en-US" dirty="0"/>
              <a:t>单击此处编辑标题样式</a:t>
            </a:r>
            <a:endParaRPr kumimoji="1" lang="zh-CN" altLang="en-US" dirty="0"/>
          </a:p>
        </p:txBody>
      </p:sp>
      <p:sp>
        <p:nvSpPr>
          <p:cNvPr id="3" name="文本占位符 2"/>
          <p:cNvSpPr>
            <a:spLocks noGrp="1"/>
          </p:cNvSpPr>
          <p:nvPr>
            <p:ph type="body" idx="1"/>
          </p:nvPr>
        </p:nvSpPr>
        <p:spPr>
          <a:xfrm>
            <a:off x="544000" y="1344168"/>
            <a:ext cx="11104000" cy="4832795"/>
          </a:xfrm>
          <a:prstGeom prst="rect">
            <a:avLst/>
          </a:prstGeom>
        </p:spPr>
        <p:txBody>
          <a:bodyPr vert="horz" lIns="91440" tIns="45720" rIns="91440" bIns="45720" rtlCol="0">
            <a:normAutofit/>
          </a:bodyPr>
          <a:lstStyle/>
          <a:p>
            <a:pPr lvl="0"/>
            <a:r>
              <a:rPr kumimoji="1" lang="zh-CN" altLang="en-US"/>
              <a:t>编辑母版文本样式</a:t>
            </a:r>
            <a:endParaRPr kumimoji="1" lang="zh-CN" altLang="en-US"/>
          </a:p>
          <a:p>
            <a:pPr lvl="1"/>
            <a:r>
              <a:rPr kumimoji="1" lang="zh-CN" altLang="en-US"/>
              <a:t>第二级</a:t>
            </a:r>
            <a:endParaRPr kumimoji="1" lang="zh-CN" altLang="en-US"/>
          </a:p>
          <a:p>
            <a:pPr lvl="2"/>
            <a:r>
              <a:rPr kumimoji="1" lang="zh-CN" altLang="en-US"/>
              <a:t>第三级</a:t>
            </a:r>
            <a:endParaRPr kumimoji="1" lang="zh-CN" altLang="en-US"/>
          </a:p>
          <a:p>
            <a:pPr lvl="3"/>
            <a:r>
              <a:rPr kumimoji="1" lang="zh-CN" altLang="en-US"/>
              <a:t>第四级</a:t>
            </a:r>
            <a:endParaRPr kumimoji="1" lang="zh-CN" altLang="en-US"/>
          </a:p>
          <a:p>
            <a:pPr lvl="4"/>
            <a:r>
              <a:rPr kumimoji="1" lang="zh-CN" altLang="en-US"/>
              <a:t>第五级</a:t>
            </a:r>
            <a:endParaRPr kumimoji="1" lang="zh-CN" altLang="en-US"/>
          </a:p>
        </p:txBody>
      </p:sp>
      <p:sp>
        <p:nvSpPr>
          <p:cNvPr id="4" name="日期占位符 3"/>
          <p:cNvSpPr>
            <a:spLocks noGrp="1"/>
          </p:cNvSpPr>
          <p:nvPr>
            <p:ph type="dt" sz="half" idx="2"/>
          </p:nvPr>
        </p:nvSpPr>
        <p:spPr>
          <a:xfrm>
            <a:off x="2348696" y="629009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FD61D64-70CE-E54F-BDF8-B8D614687CF6}" type="datetime1">
              <a:rPr kumimoji="1" lang="zh-CN" altLang="en-US" smtClean="0"/>
            </a:fld>
            <a:endParaRPr kumimoji="1" lang="zh-CN" altLang="en-US"/>
          </a:p>
        </p:txBody>
      </p:sp>
      <p:sp>
        <p:nvSpPr>
          <p:cNvPr id="5" name="页脚占位符 4"/>
          <p:cNvSpPr>
            <a:spLocks noGrp="1"/>
          </p:cNvSpPr>
          <p:nvPr>
            <p:ph type="ftr" sz="quarter" idx="3"/>
          </p:nvPr>
        </p:nvSpPr>
        <p:spPr>
          <a:xfrm>
            <a:off x="4038600" y="6290090"/>
            <a:ext cx="411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GB" altLang="zh-CN"/>
              <a:t>*Internal</a:t>
            </a:r>
            <a:r>
              <a:rPr lang="zh-CN" altLang="en-US"/>
              <a:t> 内部</a:t>
            </a:r>
            <a:endParaRPr lang="zh-CN" altLang="en-US" dirty="0"/>
          </a:p>
        </p:txBody>
      </p:sp>
      <p:sp>
        <p:nvSpPr>
          <p:cNvPr id="6" name="幻灯片编号占位符 5"/>
          <p:cNvSpPr>
            <a:spLocks noGrp="1"/>
          </p:cNvSpPr>
          <p:nvPr>
            <p:ph type="sldNum" sz="quarter" idx="4"/>
          </p:nvPr>
        </p:nvSpPr>
        <p:spPr>
          <a:xfrm>
            <a:off x="8904800" y="629009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981757-A667-704E-B799-643DAFF31F8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Lst>
  <p:hf hdr="0"/>
  <p:txStyles>
    <p:titleStyle>
      <a:lvl1pPr algn="l" defTabSz="914400" rtl="0" eaLnBrk="1" latinLnBrk="0" hangingPunct="1">
        <a:lnSpc>
          <a:spcPct val="90000"/>
        </a:lnSpc>
        <a:spcBef>
          <a:spcPct val="0"/>
        </a:spcBef>
        <a:buNone/>
        <a:defRPr sz="2800" b="1" kern="1200">
          <a:solidFill>
            <a:srgbClr val="0028A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5" name="图片 34"/>
          <p:cNvPicPr>
            <a:picLocks noChangeAspect="1"/>
          </p:cNvPicPr>
          <p:nvPr userDrawn="1"/>
        </p:nvPicPr>
        <p:blipFill>
          <a:blip r:embed="rId16" cstate="screen"/>
          <a:stretch>
            <a:fillRect/>
          </a:stretch>
        </p:blipFill>
        <p:spPr>
          <a:xfrm>
            <a:off x="0" y="0"/>
            <a:ext cx="12192000" cy="6858000"/>
          </a:xfrm>
          <a:prstGeom prst="rect">
            <a:avLst/>
          </a:prstGeom>
        </p:spPr>
      </p:pic>
      <p:sp>
        <p:nvSpPr>
          <p:cNvPr id="2" name="标题占位符 1"/>
          <p:cNvSpPr>
            <a:spLocks noGrp="1"/>
          </p:cNvSpPr>
          <p:nvPr>
            <p:ph type="title"/>
          </p:nvPr>
        </p:nvSpPr>
        <p:spPr>
          <a:xfrm>
            <a:off x="544000" y="365125"/>
            <a:ext cx="11121422" cy="713867"/>
          </a:xfrm>
          <a:prstGeom prst="rect">
            <a:avLst/>
          </a:prstGeom>
        </p:spPr>
        <p:txBody>
          <a:bodyPr vert="horz" lIns="91440" tIns="45720" rIns="91440" bIns="45720" rtlCol="0" anchor="t">
            <a:normAutofit/>
          </a:bodyPr>
          <a:lstStyle/>
          <a:p>
            <a:r>
              <a:rPr kumimoji="1" lang="zh-CN" altLang="en-US" dirty="0"/>
              <a:t>单击此处编辑标题样式</a:t>
            </a:r>
            <a:endParaRPr kumimoji="1" lang="zh-CN" altLang="en-US" dirty="0"/>
          </a:p>
        </p:txBody>
      </p:sp>
      <p:sp>
        <p:nvSpPr>
          <p:cNvPr id="3" name="文本占位符 2"/>
          <p:cNvSpPr>
            <a:spLocks noGrp="1"/>
          </p:cNvSpPr>
          <p:nvPr>
            <p:ph type="body" idx="1"/>
          </p:nvPr>
        </p:nvSpPr>
        <p:spPr>
          <a:xfrm>
            <a:off x="544000" y="1344169"/>
            <a:ext cx="11104000" cy="4549990"/>
          </a:xfrm>
          <a:prstGeom prst="rect">
            <a:avLst/>
          </a:prstGeom>
        </p:spPr>
        <p:txBody>
          <a:bodyPr vert="horz" lIns="91440" tIns="45720" rIns="91440" bIns="45720" rtlCol="0">
            <a:normAutofit/>
          </a:bodyPr>
          <a:lstStyle/>
          <a:p>
            <a:pPr lvl="0"/>
            <a:r>
              <a:rPr kumimoji="1" lang="zh-CN" altLang="en-US"/>
              <a:t>编辑母版文本样式</a:t>
            </a:r>
            <a:endParaRPr kumimoji="1" lang="zh-CN" altLang="en-US"/>
          </a:p>
          <a:p>
            <a:pPr lvl="1"/>
            <a:r>
              <a:rPr kumimoji="1" lang="zh-CN" altLang="en-US"/>
              <a:t>第二级</a:t>
            </a:r>
            <a:endParaRPr kumimoji="1" lang="zh-CN" altLang="en-US"/>
          </a:p>
          <a:p>
            <a:pPr lvl="2"/>
            <a:r>
              <a:rPr kumimoji="1" lang="zh-CN" altLang="en-US"/>
              <a:t>第三级</a:t>
            </a:r>
            <a:endParaRPr kumimoji="1" lang="zh-CN" altLang="en-US"/>
          </a:p>
          <a:p>
            <a:pPr lvl="3"/>
            <a:r>
              <a:rPr kumimoji="1" lang="zh-CN" altLang="en-US"/>
              <a:t>第四级</a:t>
            </a:r>
            <a:endParaRPr kumimoji="1" lang="zh-CN" altLang="en-US"/>
          </a:p>
          <a:p>
            <a:pPr lvl="4"/>
            <a:r>
              <a:rPr kumimoji="1" lang="zh-CN" altLang="en-US"/>
              <a:t>第五级</a:t>
            </a:r>
            <a:endParaRPr kumimoji="1" lang="zh-CN" altLang="en-US"/>
          </a:p>
        </p:txBody>
      </p:sp>
      <p:sp>
        <p:nvSpPr>
          <p:cNvPr id="5"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
        <p:nvSpPr>
          <p:cNvPr id="6" name="幻灯片编号占位符 5"/>
          <p:cNvSpPr>
            <a:spLocks noGrp="1"/>
          </p:cNvSpPr>
          <p:nvPr>
            <p:ph type="sldNum" sz="quarter" idx="4"/>
          </p:nvPr>
        </p:nvSpPr>
        <p:spPr>
          <a:xfrm>
            <a:off x="11254154" y="6181467"/>
            <a:ext cx="344908" cy="302916"/>
          </a:xfrm>
          <a:prstGeom prst="rect">
            <a:avLst/>
          </a:prstGeom>
        </p:spPr>
        <p:txBody>
          <a:bodyPr vert="horz" lIns="91440" tIns="45720" rIns="91440" bIns="45720" rtlCol="0" anchor="ctr"/>
          <a:lstStyle>
            <a:lvl1pPr algn="ctr">
              <a:defRPr sz="900">
                <a:solidFill>
                  <a:schemeClr val="tx1">
                    <a:tint val="75000"/>
                  </a:schemeClr>
                </a:solidFill>
              </a:defRPr>
            </a:lvl1pPr>
          </a:lstStyle>
          <a:p>
            <a:pPr algn="ctr"/>
            <a:fld id="{07981757-A667-704E-B799-643DAFF31F89}" type="slidenum">
              <a:rPr kumimoji="1" lang="zh-CN" altLang="en-US" smtClean="0"/>
            </a:fld>
            <a:endParaRPr kumimoji="1" lang="zh-CN" altLang="en-US"/>
          </a:p>
        </p:txBody>
      </p:sp>
      <p:pic>
        <p:nvPicPr>
          <p:cNvPr id="31" name="图片 30"/>
          <p:cNvPicPr>
            <a:picLocks noChangeAspect="1"/>
          </p:cNvPicPr>
          <p:nvPr userDrawn="1"/>
        </p:nvPicPr>
        <p:blipFill>
          <a:blip r:embed="rId17" cstate="screen"/>
          <a:stretch>
            <a:fillRect/>
          </a:stretch>
        </p:blipFill>
        <p:spPr>
          <a:xfrm>
            <a:off x="533449" y="6453646"/>
            <a:ext cx="1188000" cy="117045"/>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Lst>
  <p:hf hdr="0"/>
  <p:txStyles>
    <p:title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9.xml"/><Relationship Id="rId4" Type="http://schemas.openxmlformats.org/officeDocument/2006/relationships/image" Target="../media/image10.emf"/><Relationship Id="rId3" Type="http://schemas.openxmlformats.org/officeDocument/2006/relationships/oleObject" Target="../embeddings/oleObject2.bin"/><Relationship Id="rId2" Type="http://schemas.openxmlformats.org/officeDocument/2006/relationships/image" Target="../media/image9.e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9.xml"/><Relationship Id="rId4" Type="http://schemas.openxmlformats.org/officeDocument/2006/relationships/image" Target="../media/image11.emf"/><Relationship Id="rId3" Type="http://schemas.openxmlformats.org/officeDocument/2006/relationships/oleObject" Target="../embeddings/oleObject4.bin"/><Relationship Id="rId2" Type="http://schemas.openxmlformats.org/officeDocument/2006/relationships/image" Target="../media/image9.emf"/><Relationship Id="rId1"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9.xml"/><Relationship Id="rId4" Type="http://schemas.openxmlformats.org/officeDocument/2006/relationships/image" Target="../media/image12.emf"/><Relationship Id="rId3" Type="http://schemas.openxmlformats.org/officeDocument/2006/relationships/oleObject" Target="../embeddings/oleObject6.bin"/><Relationship Id="rId2" Type="http://schemas.openxmlformats.org/officeDocument/2006/relationships/image" Target="../media/image9.emf"/><Relationship Id="rId1"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p:txBody>
          <a:bodyPr/>
          <a:lstStyle/>
          <a:p>
            <a:r>
              <a:rPr kumimoji="1" lang="zh-CN" altLang="en-US" sz="4000" dirty="0" smtClean="0"/>
              <a:t>提案名称</a:t>
            </a:r>
            <a:endParaRPr kumimoji="1" lang="zh-CN" altLang="en-US" sz="4000" dirty="0"/>
          </a:p>
        </p:txBody>
      </p:sp>
      <p:sp>
        <p:nvSpPr>
          <p:cNvPr id="7" name="副标题 6"/>
          <p:cNvSpPr>
            <a:spLocks noGrp="1"/>
          </p:cNvSpPr>
          <p:nvPr>
            <p:ph type="subTitle" idx="1"/>
          </p:nvPr>
        </p:nvSpPr>
        <p:spPr>
          <a:xfrm>
            <a:off x="544000" y="3903882"/>
            <a:ext cx="4838700" cy="672328"/>
          </a:xfrm>
        </p:spPr>
        <p:txBody>
          <a:bodyPr/>
          <a:lstStyle/>
          <a:p>
            <a:r>
              <a:rPr kumimoji="1" lang="zh-CN" altLang="en-US" dirty="0" smtClean="0"/>
              <a:t>提案人</a:t>
            </a:r>
            <a:r>
              <a:rPr kumimoji="1" lang="en-US" altLang="zh-CN" dirty="0" smtClean="0"/>
              <a:t>——</a:t>
            </a:r>
            <a:r>
              <a:rPr kumimoji="1" lang="zh-CN" altLang="en-US" dirty="0" smtClean="0"/>
              <a:t>部门</a:t>
            </a:r>
            <a:endParaRPr kumimoji="1" lang="zh-CN" altLang="en-US" dirty="0"/>
          </a:p>
        </p:txBody>
      </p:sp>
      <p:sp>
        <p:nvSpPr>
          <p:cNvPr id="4" name="日期占位符 3"/>
          <p:cNvSpPr>
            <a:spLocks noGrp="1"/>
          </p:cNvSpPr>
          <p:nvPr>
            <p:ph type="dt" sz="half" idx="10"/>
          </p:nvPr>
        </p:nvSpPr>
        <p:spPr/>
        <p:txBody>
          <a:bodyPr/>
          <a:lstStyle/>
          <a:p>
            <a:fld id="{6263CDAC-DA33-D443-8159-7943A4B08635}" type="datetime1">
              <a:rPr kumimoji="1" lang="zh-CN" altLang="en-US" smtClean="0"/>
            </a:fld>
            <a:endParaRPr kumimoji="1" lang="zh-CN" altLang="en-US" dirty="0"/>
          </a:p>
        </p:txBody>
      </p:sp>
      <p:sp>
        <p:nvSpPr>
          <p:cNvPr id="5" name="文本框 4"/>
          <p:cNvSpPr txBox="1"/>
          <p:nvPr/>
        </p:nvSpPr>
        <p:spPr>
          <a:xfrm>
            <a:off x="-76111" y="-601592"/>
            <a:ext cx="4303772" cy="369332"/>
          </a:xfrm>
          <a:prstGeom prst="rect">
            <a:avLst/>
          </a:prstGeom>
          <a:noFill/>
        </p:spPr>
        <p:txBody>
          <a:bodyPr wrap="square" rtlCol="0">
            <a:spAutoFit/>
          </a:bodyPr>
          <a:lstStyle/>
          <a:p>
            <a:r>
              <a:rPr kumimoji="1" lang="en-US" altLang="en-US" dirty="0"/>
              <a:t>常规无图固定封面样式</a:t>
            </a:r>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p:cNvSpPr/>
          <p:nvPr/>
        </p:nvSpPr>
        <p:spPr>
          <a:xfrm>
            <a:off x="-1" y="0"/>
            <a:ext cx="5611662" cy="6885622"/>
          </a:xfrm>
          <a:prstGeom prst="rect">
            <a:avLst/>
          </a:prstGeom>
          <a:solidFill>
            <a:srgbClr val="0028AA"/>
          </a:solidFill>
          <a:ln w="12700">
            <a:miter lim="400000"/>
          </a:ln>
        </p:spPr>
        <p:txBody>
          <a:bodyPr lIns="60960" tIns="60960" rIns="60960" bIns="60960"/>
          <a:lstStyle/>
          <a:p>
            <a:pPr defTabSz="609600">
              <a:defRPr sz="4800" b="0">
                <a:latin typeface="Calibri" panose="020F0502020204030204"/>
                <a:ea typeface="Calibri" panose="020F0502020204030204"/>
                <a:cs typeface="Calibri" panose="020F0502020204030204"/>
                <a:sym typeface="Calibri" panose="020F0502020204030204"/>
              </a:defRPr>
            </a:pPr>
            <a:endParaRPr sz="2400" dirty="0"/>
          </a:p>
        </p:txBody>
      </p:sp>
      <p:sp>
        <p:nvSpPr>
          <p:cNvPr id="141" name="企业简介"/>
          <p:cNvSpPr txBox="1"/>
          <p:nvPr/>
        </p:nvSpPr>
        <p:spPr>
          <a:xfrm>
            <a:off x="8763426" y="915237"/>
            <a:ext cx="1381576" cy="446276"/>
          </a:xfrm>
          <a:prstGeom prst="rect">
            <a:avLst/>
          </a:prstGeom>
          <a:noFill/>
          <a:ln w="12700" cap="flat">
            <a:noFill/>
            <a:miter lim="400000"/>
          </a:ln>
          <a:effectLst/>
        </p:spPr>
        <p:txBody>
          <a:bodyPr wrap="square" lIns="60960" tIns="60960" rIns="60960" bIns="60960" numCol="1" anchor="t">
            <a:spAutoFit/>
          </a:bodyPr>
          <a:lstStyle>
            <a:lvl1pPr marL="457200" indent="-457200" algn="l" defTabSz="1219200">
              <a:defRPr sz="3200" b="0">
                <a:solidFill>
                  <a:srgbClr val="FFFFFF"/>
                </a:solidFill>
                <a:latin typeface="Source Han Sans CN Bold Bold"/>
                <a:ea typeface="Source Han Sans CN Bold Bold"/>
                <a:cs typeface="Source Han Sans CN Bold Bold"/>
                <a:sym typeface="Source Han Sans CN Bold Bold"/>
              </a:defRPr>
            </a:lvl1pPr>
          </a:lstStyle>
          <a:p>
            <a:r>
              <a:rPr lang="zh-CN" altLang="en-US"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方案信息</a:t>
            </a:r>
            <a:endParaRPr sz="2100"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7694872" y="889500"/>
            <a:ext cx="556749" cy="532800"/>
            <a:chOff x="13901174" y="1618226"/>
            <a:chExt cx="1113498" cy="1065599"/>
          </a:xfrm>
        </p:grpSpPr>
        <p:sp>
          <p:nvSpPr>
            <p:cNvPr id="7" name="圆角矩形 6"/>
            <p:cNvSpPr/>
            <p:nvPr/>
          </p:nvSpPr>
          <p:spPr>
            <a:xfrm>
              <a:off x="13901174" y="1618226"/>
              <a:ext cx="1066518" cy="1065599"/>
            </a:xfrm>
            <a:prstGeom prst="roundRect">
              <a:avLst/>
            </a:prstGeom>
            <a:solidFill>
              <a:srgbClr val="003CC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spAutoFit/>
            </a:bodyPr>
            <a:lstStyle/>
            <a:p>
              <a:pPr algn="ctr" defTabSz="412750" hangingPunct="0"/>
              <a:endParaRPr lang="zh-CN" altLang="en-US" sz="1600" dirty="0">
                <a:solidFill>
                  <a:srgbClr val="FFFFFF"/>
                </a:solidFill>
                <a:sym typeface="Helvetica Neue Medium"/>
              </a:endParaRPr>
            </a:p>
          </p:txBody>
        </p:sp>
        <p:sp>
          <p:nvSpPr>
            <p:cNvPr id="53" name="1"/>
            <p:cNvSpPr txBox="1"/>
            <p:nvPr/>
          </p:nvSpPr>
          <p:spPr>
            <a:xfrm>
              <a:off x="13948154" y="1658002"/>
              <a:ext cx="1066518" cy="984885"/>
            </a:xfrm>
            <a:prstGeom prst="rect">
              <a:avLst/>
            </a:prstGeom>
            <a:noFill/>
            <a:ln w="12700" cap="flat">
              <a:noFill/>
              <a:miter lim="400000"/>
            </a:ln>
            <a:effectLst/>
          </p:spPr>
          <p:txBody>
            <a:bodyPr wrap="square" lIns="60960" tIns="60960" rIns="60960" bIns="60960" numCol="1" anchor="t">
              <a:spAutoFit/>
            </a:bodyPr>
            <a:lstStyle>
              <a:lvl1pPr marL="457200" indent="-457200" algn="l" defTabSz="1219200">
                <a:defRPr sz="4800" b="0">
                  <a:solidFill>
                    <a:srgbClr val="FFFFFF"/>
                  </a:solidFill>
                  <a:latin typeface="Source Han Sans CN Medium"/>
                  <a:ea typeface="Source Han Sans CN Medium"/>
                  <a:cs typeface="Source Han Sans CN Medium"/>
                  <a:sym typeface="Source Han Sans CN Medium"/>
                </a:defRPr>
              </a:lvl1pPr>
            </a:lstStyle>
            <a:p>
              <a:r>
                <a:rPr lang="en-GB" altLang="zh-CN" sz="2400" dirty="0">
                  <a:latin typeface="微软雅黑" panose="020B0503020204020204" charset="-122"/>
                  <a:ea typeface="微软雅黑" panose="020B0503020204020204" charset="-122"/>
                  <a:cs typeface="微软雅黑" panose="020B0503020204020204" charset="-122"/>
                </a:rPr>
                <a:t>0</a:t>
              </a:r>
              <a:r>
                <a:rPr lang="en-US" altLang="zh-CN" sz="2400" dirty="0">
                  <a:latin typeface="微软雅黑" panose="020B0503020204020204" charset="-122"/>
                  <a:ea typeface="微软雅黑" panose="020B0503020204020204" charset="-122"/>
                  <a:cs typeface="微软雅黑" panose="020B0503020204020204" charset="-122"/>
                </a:rPr>
                <a:t>1</a:t>
              </a:r>
              <a:endParaRPr sz="2400" dirty="0">
                <a:latin typeface="微软雅黑" panose="020B0503020204020204" charset="-122"/>
                <a:ea typeface="微软雅黑" panose="020B0503020204020204" charset="-122"/>
                <a:cs typeface="微软雅黑" panose="020B0503020204020204" charset="-122"/>
              </a:endParaRPr>
            </a:p>
          </p:txBody>
        </p:sp>
      </p:grpSp>
      <p:sp>
        <p:nvSpPr>
          <p:cNvPr id="145" name="市场表现"/>
          <p:cNvSpPr txBox="1"/>
          <p:nvPr/>
        </p:nvSpPr>
        <p:spPr>
          <a:xfrm>
            <a:off x="8763425" y="1868042"/>
            <a:ext cx="2929041" cy="446276"/>
          </a:xfrm>
          <a:prstGeom prst="rect">
            <a:avLst/>
          </a:prstGeom>
          <a:noFill/>
          <a:ln w="12700" cap="flat">
            <a:noFill/>
            <a:miter lim="400000"/>
          </a:ln>
          <a:effectLst/>
        </p:spPr>
        <p:txBody>
          <a:bodyPr wrap="square" lIns="60960" tIns="60960" rIns="60960" bIns="60960" numCol="1" anchor="t">
            <a:spAutoFit/>
          </a:bodyPr>
          <a:lstStyle>
            <a:lvl1pPr algn="l" defTabSz="1219200">
              <a:defRPr sz="3200" b="0">
                <a:solidFill>
                  <a:srgbClr val="FFFFFF"/>
                </a:solidFill>
                <a:latin typeface="Source Han Sans CN Bold Bold"/>
                <a:ea typeface="Source Han Sans CN Bold Bold"/>
                <a:cs typeface="Source Han Sans CN Bold Bold"/>
                <a:sym typeface="Source Han Sans CN Bold Bold"/>
              </a:defRPr>
            </a:lvl1pPr>
          </a:lstStyle>
          <a:p>
            <a:r>
              <a:rPr lang="zh-CN" altLang="en-US"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背景技术</a:t>
            </a:r>
            <a:endParaRPr sz="2100"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149" name="开发质量管理"/>
          <p:cNvSpPr txBox="1"/>
          <p:nvPr/>
        </p:nvSpPr>
        <p:spPr>
          <a:xfrm>
            <a:off x="8763426" y="3773652"/>
            <a:ext cx="2929040" cy="446276"/>
          </a:xfrm>
          <a:prstGeom prst="rect">
            <a:avLst/>
          </a:prstGeom>
          <a:noFill/>
          <a:ln w="12700" cap="flat">
            <a:noFill/>
            <a:miter lim="400000"/>
          </a:ln>
          <a:effectLst/>
        </p:spPr>
        <p:txBody>
          <a:bodyPr wrap="square" lIns="60960" tIns="60960" rIns="60960" bIns="60960" numCol="1" anchor="t">
            <a:spAutoFit/>
          </a:bodyPr>
          <a:lstStyle>
            <a:lvl1pPr algn="l" defTabSz="1219200">
              <a:defRPr sz="3200" b="0">
                <a:solidFill>
                  <a:srgbClr val="FFFFFF"/>
                </a:solidFill>
                <a:latin typeface="Source Han Sans CN Bold Bold"/>
                <a:ea typeface="Source Han Sans CN Bold Bold"/>
                <a:cs typeface="Source Han Sans CN Bold Bold"/>
                <a:sym typeface="Source Han Sans CN Bold Bold"/>
              </a:defRPr>
            </a:lvl1pPr>
          </a:lstStyle>
          <a:p>
            <a:r>
              <a:rPr lang="zh-CN" altLang="en-US"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相应改进手段</a:t>
            </a:r>
            <a:endParaRPr sz="2100"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153" name="产品优势"/>
          <p:cNvSpPr txBox="1"/>
          <p:nvPr/>
        </p:nvSpPr>
        <p:spPr>
          <a:xfrm>
            <a:off x="8763426" y="4726457"/>
            <a:ext cx="2929040" cy="446276"/>
          </a:xfrm>
          <a:prstGeom prst="rect">
            <a:avLst/>
          </a:prstGeom>
          <a:noFill/>
          <a:ln w="12700" cap="flat">
            <a:noFill/>
            <a:miter lim="400000"/>
          </a:ln>
          <a:effectLst/>
        </p:spPr>
        <p:txBody>
          <a:bodyPr wrap="square" lIns="60960" tIns="60960" rIns="60960" bIns="60960" numCol="1" anchor="t">
            <a:spAutoFit/>
          </a:bodyPr>
          <a:lstStyle>
            <a:lvl1pPr algn="l" defTabSz="1219200">
              <a:defRPr sz="3200" b="0">
                <a:solidFill>
                  <a:srgbClr val="FFFFFF"/>
                </a:solidFill>
                <a:latin typeface="Source Han Sans CN Bold Bold"/>
                <a:ea typeface="Source Han Sans CN Bold Bold"/>
                <a:cs typeface="Source Han Sans CN Bold Bold"/>
                <a:sym typeface="Source Han Sans CN Bold Bold"/>
              </a:defRPr>
            </a:lvl1pPr>
          </a:lstStyle>
          <a:p>
            <a:r>
              <a:rPr lang="zh-CN" altLang="en-US"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改进手段的详细描述</a:t>
            </a:r>
            <a:endParaRPr sz="2100"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157" name="售后服务"/>
          <p:cNvSpPr txBox="1"/>
          <p:nvPr/>
        </p:nvSpPr>
        <p:spPr>
          <a:xfrm>
            <a:off x="8763426" y="5679263"/>
            <a:ext cx="1853774" cy="446276"/>
          </a:xfrm>
          <a:prstGeom prst="rect">
            <a:avLst/>
          </a:prstGeom>
          <a:noFill/>
          <a:ln w="12700" cap="flat">
            <a:noFill/>
            <a:miter lim="400000"/>
          </a:ln>
          <a:effectLst/>
        </p:spPr>
        <p:txBody>
          <a:bodyPr wrap="square" lIns="60960" tIns="60960" rIns="60960" bIns="60960" numCol="1" anchor="t">
            <a:spAutoFit/>
          </a:bodyPr>
          <a:lstStyle>
            <a:lvl1pPr algn="l" defTabSz="1219200">
              <a:defRPr sz="3200" b="0">
                <a:solidFill>
                  <a:srgbClr val="FFFFFF"/>
                </a:solidFill>
                <a:latin typeface="Source Han Sans CN Bold Bold"/>
                <a:ea typeface="Source Han Sans CN Bold Bold"/>
                <a:cs typeface="Source Han Sans CN Bold Bold"/>
                <a:sym typeface="Source Han Sans CN Bold Bold"/>
              </a:defRPr>
            </a:lvl1pPr>
          </a:lstStyle>
          <a:p>
            <a:r>
              <a:rPr lang="zh-CN" altLang="en-US"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扩展</a:t>
            </a:r>
            <a:r>
              <a:rPr lang="en-US" altLang="zh-CN"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a:t>
            </a:r>
            <a:r>
              <a:rPr lang="zh-CN" altLang="en-US"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替换方案</a:t>
            </a:r>
            <a:endParaRPr sz="2100"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169" name="研发实力"/>
          <p:cNvSpPr txBox="1"/>
          <p:nvPr/>
        </p:nvSpPr>
        <p:spPr>
          <a:xfrm>
            <a:off x="8763425" y="2820847"/>
            <a:ext cx="2294041" cy="446276"/>
          </a:xfrm>
          <a:prstGeom prst="rect">
            <a:avLst/>
          </a:prstGeom>
          <a:noFill/>
          <a:ln w="12700" cap="flat">
            <a:noFill/>
            <a:miter lim="400000"/>
          </a:ln>
          <a:effectLst/>
        </p:spPr>
        <p:txBody>
          <a:bodyPr wrap="square" lIns="60960" tIns="60960" rIns="60960" bIns="60960" numCol="1" anchor="t">
            <a:spAutoFit/>
          </a:bodyPr>
          <a:lstStyle>
            <a:lvl1pPr algn="l" defTabSz="1219200">
              <a:defRPr sz="3200" b="0">
                <a:solidFill>
                  <a:srgbClr val="FFFFFF"/>
                </a:solidFill>
                <a:latin typeface="Source Han Sans CN Bold Bold"/>
                <a:ea typeface="Source Han Sans CN Bold Bold"/>
                <a:cs typeface="Source Han Sans CN Bold Bold"/>
                <a:sym typeface="Source Han Sans CN Bold Bold"/>
              </a:defRPr>
            </a:lvl1pPr>
          </a:lstStyle>
          <a:p>
            <a:r>
              <a:rPr lang="zh-CN" altLang="en-US"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解决的技术问题</a:t>
            </a:r>
            <a:endParaRPr sz="2100"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pic>
        <p:nvPicPr>
          <p:cNvPr id="51" name="图片 50" descr="图片包含 游戏机, 衣架&#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598005" y="794621"/>
            <a:ext cx="6595535" cy="4929063"/>
          </a:xfrm>
          <a:prstGeom prst="rect">
            <a:avLst/>
          </a:prstGeom>
        </p:spPr>
      </p:pic>
      <p:sp>
        <p:nvSpPr>
          <p:cNvPr id="173" name="目录"/>
          <p:cNvSpPr txBox="1"/>
          <p:nvPr/>
        </p:nvSpPr>
        <p:spPr>
          <a:xfrm>
            <a:off x="3525645" y="3084338"/>
            <a:ext cx="1251476" cy="661720"/>
          </a:xfrm>
          <a:prstGeom prst="rect">
            <a:avLst/>
          </a:prstGeom>
          <a:ln w="12700">
            <a:miter lim="400000"/>
          </a:ln>
        </p:spPr>
        <p:txBody>
          <a:bodyPr wrap="square" lIns="60960" tIns="60960" rIns="60960" bIns="60960">
            <a:spAutoFit/>
          </a:bodyPr>
          <a:lstStyle>
            <a:lvl1pPr algn="l" defTabSz="1828800">
              <a:defRPr sz="4800">
                <a:solidFill>
                  <a:srgbClr val="F5F5F5"/>
                </a:solidFill>
                <a:latin typeface="Helvetica"/>
                <a:ea typeface="Helvetica"/>
                <a:cs typeface="Helvetica"/>
                <a:sym typeface="Helvetica"/>
              </a:defRPr>
            </a:lvl1pPr>
          </a:lstStyle>
          <a:p>
            <a:r>
              <a:rPr sz="3500" dirty="0">
                <a:solidFill>
                  <a:schemeClr val="bg1"/>
                </a:solidFill>
                <a:latin typeface="微软雅黑" panose="020B0503020204020204" charset="-122"/>
                <a:ea typeface="微软雅黑" panose="020B0503020204020204" charset="-122"/>
                <a:cs typeface="微软雅黑" panose="020B0503020204020204" charset="-122"/>
              </a:rPr>
              <a:t>目录</a:t>
            </a:r>
            <a:endParaRPr sz="3500" dirty="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55" name="组合 54"/>
          <p:cNvGrpSpPr/>
          <p:nvPr/>
        </p:nvGrpSpPr>
        <p:grpSpPr>
          <a:xfrm>
            <a:off x="7694872" y="1797097"/>
            <a:ext cx="566211" cy="532800"/>
            <a:chOff x="13835270" y="1534844"/>
            <a:chExt cx="1132422" cy="1065599"/>
          </a:xfrm>
        </p:grpSpPr>
        <p:sp>
          <p:nvSpPr>
            <p:cNvPr id="56" name="圆角矩形 55"/>
            <p:cNvSpPr/>
            <p:nvPr/>
          </p:nvSpPr>
          <p:spPr>
            <a:xfrm>
              <a:off x="13835270" y="1534844"/>
              <a:ext cx="1065600" cy="1065599"/>
            </a:xfrm>
            <a:prstGeom prst="roundRect">
              <a:avLst/>
            </a:prstGeom>
            <a:solidFill>
              <a:srgbClr val="003CC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spAutoFit/>
            </a:bodyPr>
            <a:lstStyle/>
            <a:p>
              <a:pPr algn="ctr" defTabSz="412750" hangingPunct="0"/>
              <a:endParaRPr lang="zh-CN" altLang="en-US" sz="1600" dirty="0">
                <a:solidFill>
                  <a:srgbClr val="FFFFFF"/>
                </a:solidFill>
                <a:sym typeface="Helvetica Neue Medium"/>
              </a:endParaRPr>
            </a:p>
          </p:txBody>
        </p:sp>
        <p:sp>
          <p:nvSpPr>
            <p:cNvPr id="57" name="1"/>
            <p:cNvSpPr txBox="1"/>
            <p:nvPr/>
          </p:nvSpPr>
          <p:spPr>
            <a:xfrm>
              <a:off x="13901174" y="1576338"/>
              <a:ext cx="1066518" cy="984885"/>
            </a:xfrm>
            <a:prstGeom prst="rect">
              <a:avLst/>
            </a:prstGeom>
            <a:noFill/>
            <a:ln w="12700" cap="flat">
              <a:noFill/>
              <a:miter lim="400000"/>
            </a:ln>
            <a:effectLst/>
          </p:spPr>
          <p:txBody>
            <a:bodyPr wrap="square" lIns="60960" tIns="60960" rIns="60960" bIns="60960" numCol="1" anchor="t">
              <a:spAutoFit/>
            </a:bodyPr>
            <a:lstStyle>
              <a:lvl1pPr marL="457200" indent="-457200" algn="l" defTabSz="1219200">
                <a:defRPr sz="4800" b="0">
                  <a:solidFill>
                    <a:srgbClr val="FFFFFF"/>
                  </a:solidFill>
                  <a:latin typeface="Source Han Sans CN Medium"/>
                  <a:ea typeface="Source Han Sans CN Medium"/>
                  <a:cs typeface="Source Han Sans CN Medium"/>
                  <a:sym typeface="Source Han Sans CN Medium"/>
                </a:defRPr>
              </a:lvl1pPr>
            </a:lstStyle>
            <a:p>
              <a:r>
                <a:rPr lang="en-GB" altLang="zh-CN" sz="2400" dirty="0">
                  <a:latin typeface="微软雅黑" panose="020B0503020204020204" charset="-122"/>
                  <a:ea typeface="微软雅黑" panose="020B0503020204020204" charset="-122"/>
                  <a:cs typeface="微软雅黑" panose="020B0503020204020204" charset="-122"/>
                </a:rPr>
                <a:t>0</a:t>
              </a:r>
              <a:r>
                <a:rPr lang="en-US" altLang="zh-CN" sz="2400" dirty="0">
                  <a:latin typeface="微软雅黑" panose="020B0503020204020204" charset="-122"/>
                  <a:ea typeface="微软雅黑" panose="020B0503020204020204" charset="-122"/>
                  <a:cs typeface="微软雅黑" panose="020B0503020204020204" charset="-122"/>
                </a:rPr>
                <a:t>2</a:t>
              </a:r>
              <a:endParaRPr sz="2400" dirty="0">
                <a:latin typeface="微软雅黑" panose="020B0503020204020204" charset="-122"/>
                <a:ea typeface="微软雅黑" panose="020B0503020204020204" charset="-122"/>
                <a:cs typeface="微软雅黑" panose="020B0503020204020204" charset="-122"/>
              </a:endParaRPr>
            </a:p>
          </p:txBody>
        </p:sp>
      </p:grpSp>
      <p:grpSp>
        <p:nvGrpSpPr>
          <p:cNvPr id="58" name="组合 57"/>
          <p:cNvGrpSpPr/>
          <p:nvPr/>
        </p:nvGrpSpPr>
        <p:grpSpPr>
          <a:xfrm>
            <a:off x="7694872" y="2755953"/>
            <a:ext cx="559666" cy="532800"/>
            <a:chOff x="13835270" y="1553978"/>
            <a:chExt cx="1119332" cy="1065599"/>
          </a:xfrm>
        </p:grpSpPr>
        <p:sp>
          <p:nvSpPr>
            <p:cNvPr id="59" name="圆角矩形 58"/>
            <p:cNvSpPr/>
            <p:nvPr/>
          </p:nvSpPr>
          <p:spPr>
            <a:xfrm>
              <a:off x="13835270" y="1553978"/>
              <a:ext cx="1065600" cy="1065599"/>
            </a:xfrm>
            <a:prstGeom prst="roundRect">
              <a:avLst/>
            </a:prstGeom>
            <a:solidFill>
              <a:srgbClr val="003CC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spAutoFit/>
            </a:bodyPr>
            <a:lstStyle/>
            <a:p>
              <a:pPr algn="ctr" defTabSz="412750" hangingPunct="0"/>
              <a:endParaRPr lang="zh-CN" altLang="en-US" sz="1600" dirty="0">
                <a:solidFill>
                  <a:srgbClr val="FFFFFF"/>
                </a:solidFill>
                <a:sym typeface="Helvetica Neue Medium"/>
              </a:endParaRPr>
            </a:p>
          </p:txBody>
        </p:sp>
        <p:sp>
          <p:nvSpPr>
            <p:cNvPr id="60" name="1"/>
            <p:cNvSpPr txBox="1"/>
            <p:nvPr/>
          </p:nvSpPr>
          <p:spPr>
            <a:xfrm>
              <a:off x="13888084" y="1579236"/>
              <a:ext cx="1066518" cy="984885"/>
            </a:xfrm>
            <a:prstGeom prst="rect">
              <a:avLst/>
            </a:prstGeom>
            <a:noFill/>
            <a:ln w="12700" cap="flat">
              <a:noFill/>
              <a:miter lim="400000"/>
            </a:ln>
            <a:effectLst/>
          </p:spPr>
          <p:txBody>
            <a:bodyPr wrap="square" lIns="60960" tIns="60960" rIns="60960" bIns="60960" numCol="1" anchor="t">
              <a:spAutoFit/>
            </a:bodyPr>
            <a:lstStyle>
              <a:lvl1pPr marL="457200" indent="-457200" algn="l" defTabSz="1219200">
                <a:defRPr sz="4800" b="0">
                  <a:solidFill>
                    <a:srgbClr val="FFFFFF"/>
                  </a:solidFill>
                  <a:latin typeface="Source Han Sans CN Medium"/>
                  <a:ea typeface="Source Han Sans CN Medium"/>
                  <a:cs typeface="Source Han Sans CN Medium"/>
                  <a:sym typeface="Source Han Sans CN Medium"/>
                </a:defRPr>
              </a:lvl1pPr>
            </a:lstStyle>
            <a:p>
              <a:r>
                <a:rPr lang="en-GB" altLang="zh-CN" sz="2400" dirty="0">
                  <a:latin typeface="微软雅黑" panose="020B0503020204020204" charset="-122"/>
                  <a:ea typeface="微软雅黑" panose="020B0503020204020204" charset="-122"/>
                  <a:cs typeface="微软雅黑" panose="020B0503020204020204" charset="-122"/>
                </a:rPr>
                <a:t>0</a:t>
              </a:r>
              <a:r>
                <a:rPr lang="en-US" altLang="zh-CN" sz="2400" dirty="0">
                  <a:latin typeface="微软雅黑" panose="020B0503020204020204" charset="-122"/>
                  <a:ea typeface="微软雅黑" panose="020B0503020204020204" charset="-122"/>
                  <a:cs typeface="微软雅黑" panose="020B0503020204020204" charset="-122"/>
                </a:rPr>
                <a:t>3</a:t>
              </a:r>
              <a:endParaRPr sz="2400" dirty="0">
                <a:latin typeface="微软雅黑" panose="020B0503020204020204" charset="-122"/>
                <a:ea typeface="微软雅黑" panose="020B0503020204020204" charset="-122"/>
                <a:cs typeface="微软雅黑" panose="020B0503020204020204" charset="-122"/>
              </a:endParaRPr>
            </a:p>
          </p:txBody>
        </p:sp>
      </p:grpSp>
      <p:grpSp>
        <p:nvGrpSpPr>
          <p:cNvPr id="61" name="组合 60"/>
          <p:cNvGrpSpPr/>
          <p:nvPr/>
        </p:nvGrpSpPr>
        <p:grpSpPr>
          <a:xfrm>
            <a:off x="7694872" y="3695674"/>
            <a:ext cx="559667" cy="532800"/>
            <a:chOff x="13835270" y="1534844"/>
            <a:chExt cx="1119334" cy="1065599"/>
          </a:xfrm>
        </p:grpSpPr>
        <p:sp>
          <p:nvSpPr>
            <p:cNvPr id="62" name="圆角矩形 61"/>
            <p:cNvSpPr/>
            <p:nvPr/>
          </p:nvSpPr>
          <p:spPr>
            <a:xfrm>
              <a:off x="13835270" y="1534844"/>
              <a:ext cx="1065600" cy="1065599"/>
            </a:xfrm>
            <a:prstGeom prst="roundRect">
              <a:avLst/>
            </a:prstGeom>
            <a:solidFill>
              <a:srgbClr val="003CC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spAutoFit/>
            </a:bodyPr>
            <a:lstStyle/>
            <a:p>
              <a:pPr algn="ctr" defTabSz="412750" hangingPunct="0"/>
              <a:endParaRPr lang="zh-CN" altLang="en-US" sz="1600" dirty="0">
                <a:solidFill>
                  <a:srgbClr val="FFFFFF"/>
                </a:solidFill>
                <a:sym typeface="Helvetica Neue Medium"/>
              </a:endParaRPr>
            </a:p>
          </p:txBody>
        </p:sp>
        <p:sp>
          <p:nvSpPr>
            <p:cNvPr id="63" name="1"/>
            <p:cNvSpPr txBox="1"/>
            <p:nvPr/>
          </p:nvSpPr>
          <p:spPr>
            <a:xfrm>
              <a:off x="13888086" y="1575200"/>
              <a:ext cx="1066518" cy="984885"/>
            </a:xfrm>
            <a:prstGeom prst="rect">
              <a:avLst/>
            </a:prstGeom>
            <a:noFill/>
            <a:ln w="12700" cap="flat">
              <a:noFill/>
              <a:miter lim="400000"/>
            </a:ln>
            <a:effectLst/>
          </p:spPr>
          <p:txBody>
            <a:bodyPr wrap="square" lIns="60960" tIns="60960" rIns="60960" bIns="60960" numCol="1" anchor="t">
              <a:spAutoFit/>
            </a:bodyPr>
            <a:lstStyle>
              <a:lvl1pPr marL="457200" indent="-457200" algn="l" defTabSz="1219200">
                <a:defRPr sz="4800" b="0">
                  <a:solidFill>
                    <a:srgbClr val="FFFFFF"/>
                  </a:solidFill>
                  <a:latin typeface="Source Han Sans CN Medium"/>
                  <a:ea typeface="Source Han Sans CN Medium"/>
                  <a:cs typeface="Source Han Sans CN Medium"/>
                  <a:sym typeface="Source Han Sans CN Medium"/>
                </a:defRPr>
              </a:lvl1pPr>
            </a:lstStyle>
            <a:p>
              <a:r>
                <a:rPr lang="en-GB" altLang="zh-CN" sz="2400" dirty="0">
                  <a:latin typeface="微软雅黑" panose="020B0503020204020204" charset="-122"/>
                  <a:ea typeface="微软雅黑" panose="020B0503020204020204" charset="-122"/>
                  <a:cs typeface="微软雅黑" panose="020B0503020204020204" charset="-122"/>
                </a:rPr>
                <a:t>0</a:t>
              </a:r>
              <a:r>
                <a:rPr lang="en-US" altLang="zh-CN" sz="2400" dirty="0">
                  <a:latin typeface="微软雅黑" panose="020B0503020204020204" charset="-122"/>
                  <a:ea typeface="微软雅黑" panose="020B0503020204020204" charset="-122"/>
                  <a:cs typeface="微软雅黑" panose="020B0503020204020204" charset="-122"/>
                </a:rPr>
                <a:t>4</a:t>
              </a:r>
              <a:endParaRPr sz="2400" dirty="0">
                <a:latin typeface="微软雅黑" panose="020B0503020204020204" charset="-122"/>
                <a:ea typeface="微软雅黑" panose="020B0503020204020204" charset="-122"/>
                <a:cs typeface="微软雅黑" panose="020B0503020204020204" charset="-122"/>
              </a:endParaRPr>
            </a:p>
          </p:txBody>
        </p:sp>
      </p:grpSp>
      <p:grpSp>
        <p:nvGrpSpPr>
          <p:cNvPr id="64" name="组合 63"/>
          <p:cNvGrpSpPr/>
          <p:nvPr/>
        </p:nvGrpSpPr>
        <p:grpSpPr>
          <a:xfrm>
            <a:off x="7694872" y="4641795"/>
            <a:ext cx="564987" cy="532800"/>
            <a:chOff x="13835270" y="1528508"/>
            <a:chExt cx="1129974" cy="1065599"/>
          </a:xfrm>
        </p:grpSpPr>
        <p:sp>
          <p:nvSpPr>
            <p:cNvPr id="65" name="圆角矩形 64"/>
            <p:cNvSpPr/>
            <p:nvPr/>
          </p:nvSpPr>
          <p:spPr>
            <a:xfrm>
              <a:off x="13835270" y="1528508"/>
              <a:ext cx="1065600" cy="1065599"/>
            </a:xfrm>
            <a:prstGeom prst="roundRect">
              <a:avLst/>
            </a:prstGeom>
            <a:solidFill>
              <a:srgbClr val="003CC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spAutoFit/>
            </a:bodyPr>
            <a:lstStyle/>
            <a:p>
              <a:pPr algn="ctr" defTabSz="412750" hangingPunct="0"/>
              <a:endParaRPr lang="zh-CN" altLang="en-US" sz="1600" dirty="0">
                <a:solidFill>
                  <a:srgbClr val="FFFFFF"/>
                </a:solidFill>
                <a:sym typeface="Helvetica Neue Medium"/>
              </a:endParaRPr>
            </a:p>
          </p:txBody>
        </p:sp>
        <p:sp>
          <p:nvSpPr>
            <p:cNvPr id="66" name="1"/>
            <p:cNvSpPr txBox="1"/>
            <p:nvPr/>
          </p:nvSpPr>
          <p:spPr>
            <a:xfrm>
              <a:off x="13898726" y="1575622"/>
              <a:ext cx="1066518" cy="984885"/>
            </a:xfrm>
            <a:prstGeom prst="rect">
              <a:avLst/>
            </a:prstGeom>
            <a:noFill/>
            <a:ln w="12700" cap="flat">
              <a:noFill/>
              <a:miter lim="400000"/>
            </a:ln>
            <a:effectLst/>
          </p:spPr>
          <p:txBody>
            <a:bodyPr wrap="square" lIns="60960" tIns="60960" rIns="60960" bIns="60960" numCol="1" anchor="t">
              <a:spAutoFit/>
            </a:bodyPr>
            <a:lstStyle>
              <a:lvl1pPr marL="457200" indent="-457200" algn="l" defTabSz="1219200">
                <a:defRPr sz="4800" b="0">
                  <a:solidFill>
                    <a:srgbClr val="FFFFFF"/>
                  </a:solidFill>
                  <a:latin typeface="Source Han Sans CN Medium"/>
                  <a:ea typeface="Source Han Sans CN Medium"/>
                  <a:cs typeface="Source Han Sans CN Medium"/>
                  <a:sym typeface="Source Han Sans CN Medium"/>
                </a:defRPr>
              </a:lvl1pPr>
            </a:lstStyle>
            <a:p>
              <a:r>
                <a:rPr lang="en-GB" altLang="zh-CN" sz="2400" dirty="0">
                  <a:latin typeface="微软雅黑" panose="020B0503020204020204" charset="-122"/>
                  <a:ea typeface="微软雅黑" panose="020B0503020204020204" charset="-122"/>
                  <a:cs typeface="微软雅黑" panose="020B0503020204020204" charset="-122"/>
                </a:rPr>
                <a:t>0</a:t>
              </a:r>
              <a:r>
                <a:rPr lang="en-US" altLang="zh-CN" sz="2400" dirty="0">
                  <a:latin typeface="微软雅黑" panose="020B0503020204020204" charset="-122"/>
                  <a:ea typeface="微软雅黑" panose="020B0503020204020204" charset="-122"/>
                  <a:cs typeface="微软雅黑" panose="020B0503020204020204" charset="-122"/>
                </a:rPr>
                <a:t>5</a:t>
              </a:r>
              <a:endParaRPr sz="2400" dirty="0">
                <a:latin typeface="微软雅黑" panose="020B0503020204020204" charset="-122"/>
                <a:ea typeface="微软雅黑" panose="020B0503020204020204" charset="-122"/>
                <a:cs typeface="微软雅黑" panose="020B0503020204020204" charset="-122"/>
              </a:endParaRPr>
            </a:p>
          </p:txBody>
        </p:sp>
      </p:grpSp>
      <p:grpSp>
        <p:nvGrpSpPr>
          <p:cNvPr id="67" name="组合 66"/>
          <p:cNvGrpSpPr/>
          <p:nvPr/>
        </p:nvGrpSpPr>
        <p:grpSpPr>
          <a:xfrm>
            <a:off x="7694872" y="5584771"/>
            <a:ext cx="559668" cy="532800"/>
            <a:chOff x="13835270" y="1515884"/>
            <a:chExt cx="1119336" cy="1065599"/>
          </a:xfrm>
        </p:grpSpPr>
        <p:sp>
          <p:nvSpPr>
            <p:cNvPr id="68" name="圆角矩形 67"/>
            <p:cNvSpPr/>
            <p:nvPr/>
          </p:nvSpPr>
          <p:spPr>
            <a:xfrm>
              <a:off x="13835270" y="1515884"/>
              <a:ext cx="1065600" cy="1065599"/>
            </a:xfrm>
            <a:prstGeom prst="roundRect">
              <a:avLst/>
            </a:prstGeom>
            <a:solidFill>
              <a:srgbClr val="003CC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spAutoFit/>
            </a:bodyPr>
            <a:lstStyle/>
            <a:p>
              <a:pPr algn="ctr" defTabSz="412750" hangingPunct="0"/>
              <a:endParaRPr lang="zh-CN" altLang="en-US" sz="1600" dirty="0">
                <a:solidFill>
                  <a:srgbClr val="FFFFFF"/>
                </a:solidFill>
                <a:sym typeface="Helvetica Neue Medium"/>
              </a:endParaRPr>
            </a:p>
          </p:txBody>
        </p:sp>
        <p:sp>
          <p:nvSpPr>
            <p:cNvPr id="69" name="1"/>
            <p:cNvSpPr txBox="1"/>
            <p:nvPr/>
          </p:nvSpPr>
          <p:spPr>
            <a:xfrm>
              <a:off x="13888088" y="1574010"/>
              <a:ext cx="1066518" cy="984885"/>
            </a:xfrm>
            <a:prstGeom prst="rect">
              <a:avLst/>
            </a:prstGeom>
            <a:noFill/>
            <a:ln w="12700" cap="flat">
              <a:noFill/>
              <a:miter lim="400000"/>
            </a:ln>
            <a:effectLst/>
          </p:spPr>
          <p:txBody>
            <a:bodyPr wrap="square" lIns="60960" tIns="60960" rIns="60960" bIns="60960" numCol="1" anchor="t">
              <a:spAutoFit/>
            </a:bodyPr>
            <a:lstStyle>
              <a:lvl1pPr marL="457200" indent="-457200" algn="l" defTabSz="1219200">
                <a:defRPr sz="4800" b="0">
                  <a:solidFill>
                    <a:srgbClr val="FFFFFF"/>
                  </a:solidFill>
                  <a:latin typeface="Source Han Sans CN Medium"/>
                  <a:ea typeface="Source Han Sans CN Medium"/>
                  <a:cs typeface="Source Han Sans CN Medium"/>
                  <a:sym typeface="Source Han Sans CN Medium"/>
                </a:defRPr>
              </a:lvl1pPr>
            </a:lstStyle>
            <a:p>
              <a:r>
                <a:rPr lang="en-GB" altLang="zh-CN" sz="2400" dirty="0">
                  <a:latin typeface="微软雅黑" panose="020B0503020204020204" charset="-122"/>
                  <a:ea typeface="微软雅黑" panose="020B0503020204020204" charset="-122"/>
                  <a:cs typeface="微软雅黑" panose="020B0503020204020204" charset="-122"/>
                </a:rPr>
                <a:t>0</a:t>
              </a:r>
              <a:r>
                <a:rPr lang="en-US" altLang="zh-CN" sz="2400" dirty="0">
                  <a:latin typeface="微软雅黑" panose="020B0503020204020204" charset="-122"/>
                  <a:ea typeface="微软雅黑" panose="020B0503020204020204" charset="-122"/>
                  <a:cs typeface="微软雅黑" panose="020B0503020204020204" charset="-122"/>
                </a:rPr>
                <a:t>6</a:t>
              </a:r>
              <a:endParaRPr sz="2400" dirty="0">
                <a:latin typeface="微软雅黑" panose="020B0503020204020204" charset="-122"/>
                <a:ea typeface="微软雅黑" panose="020B0503020204020204" charset="-122"/>
                <a:cs typeface="微软雅黑" panose="020B0503020204020204" charset="-122"/>
              </a:endParaRPr>
            </a:p>
          </p:txBody>
        </p:sp>
      </p:grpSp>
      <p:sp>
        <p:nvSpPr>
          <p:cNvPr id="2" name="矩形 1"/>
          <p:cNvSpPr/>
          <p:nvPr/>
        </p:nvSpPr>
        <p:spPr>
          <a:xfrm>
            <a:off x="5611661" y="6125539"/>
            <a:ext cx="6580339" cy="7600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01 </a:t>
            </a:r>
            <a:r>
              <a:rPr kumimoji="1" lang="zh-CN" altLang="en-US" dirty="0" smtClean="0"/>
              <a:t>方案信息</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20年可追溯，人机料法环大数据"/>
          <p:cNvSpPr txBox="1"/>
          <p:nvPr/>
        </p:nvSpPr>
        <p:spPr>
          <a:xfrm>
            <a:off x="567798" y="769341"/>
            <a:ext cx="9482135" cy="369332"/>
          </a:xfrm>
          <a:prstGeom prst="rect">
            <a:avLst/>
          </a:prstGeom>
          <a:ln w="12700">
            <a:miter lim="400000"/>
          </a:ln>
        </p:spPr>
        <p:txBody>
          <a:bodyPr wrap="square" lIns="60960" tIns="60960" rIns="60960" bIns="60960">
            <a:spAutoFit/>
          </a:bodyPr>
          <a:lstStyle>
            <a:lvl1pPr marL="457200" indent="-457200" algn="l" defTabSz="1219200">
              <a:defRPr sz="3200" b="0">
                <a:solidFill>
                  <a:srgbClr val="14239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defTabSz="609600">
              <a:defRPr sz="3200" b="0">
                <a:solidFill>
                  <a:srgbClr val="121B9C"/>
                </a:solidFill>
                <a:latin typeface="Helvetica"/>
                <a:ea typeface="Helvetica"/>
                <a:cs typeface="Helvetica"/>
                <a:sym typeface="Helvetica"/>
              </a:defRPr>
            </a:pPr>
            <a:r>
              <a:rPr lang="zh-CN" altLang="en-US" sz="1600" dirty="0" smtClean="0">
                <a:solidFill>
                  <a:srgbClr val="898989"/>
                </a:solidFill>
                <a:latin typeface="微软雅黑" panose="020B0503020204020204" charset="-122"/>
                <a:ea typeface="微软雅黑" panose="020B0503020204020204" charset="-122"/>
                <a:cs typeface="微软雅黑" panose="020B0503020204020204" charset="-122"/>
              </a:rPr>
              <a:t>列出方案所属项目信息、是否需到海外申请、是否已经要出货需要加速申请、针对的竞手</a:t>
            </a:r>
            <a:r>
              <a:rPr lang="en-US" altLang="zh-CN" sz="1600" dirty="0" smtClean="0">
                <a:solidFill>
                  <a:srgbClr val="898989"/>
                </a:solidFill>
                <a:latin typeface="微软雅黑" panose="020B0503020204020204" charset="-122"/>
                <a:ea typeface="微软雅黑" panose="020B0503020204020204" charset="-122"/>
                <a:cs typeface="微软雅黑" panose="020B0503020204020204" charset="-122"/>
              </a:rPr>
              <a:t>&amp;</a:t>
            </a:r>
            <a:r>
              <a:rPr lang="zh-CN" altLang="en-US" sz="1600" dirty="0" smtClean="0">
                <a:solidFill>
                  <a:srgbClr val="898989"/>
                </a:solidFill>
                <a:latin typeface="微软雅黑" panose="020B0503020204020204" charset="-122"/>
                <a:ea typeface="微软雅黑" panose="020B0503020204020204" charset="-122"/>
                <a:cs typeface="微软雅黑" panose="020B0503020204020204" charset="-122"/>
              </a:rPr>
              <a:t>竞品信息等</a:t>
            </a:r>
            <a:endParaRPr lang="zh-CN" altLang="en-US" sz="1600" dirty="0">
              <a:solidFill>
                <a:srgbClr val="898989"/>
              </a:solidFill>
              <a:latin typeface="微软雅黑" panose="020B0503020204020204" charset="-122"/>
              <a:ea typeface="微软雅黑" panose="020B0503020204020204" charset="-122"/>
              <a:cs typeface="微软雅黑" panose="020B0503020204020204" charset="-122"/>
            </a:endParaRPr>
          </a:p>
        </p:txBody>
      </p:sp>
      <p:sp>
        <p:nvSpPr>
          <p:cNvPr id="8"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graphicFrame>
        <p:nvGraphicFramePr>
          <p:cNvPr id="4" name="表格 3"/>
          <p:cNvGraphicFramePr>
            <a:graphicFrameLocks noGrp="1"/>
          </p:cNvGraphicFramePr>
          <p:nvPr/>
        </p:nvGraphicFramePr>
        <p:xfrm>
          <a:off x="613805" y="1206404"/>
          <a:ext cx="10376247" cy="4378066"/>
        </p:xfrm>
        <a:graphic>
          <a:graphicData uri="http://schemas.openxmlformats.org/drawingml/2006/table">
            <a:tbl>
              <a:tblPr firstRow="1" bandRow="1">
                <a:tableStyleId>{5C22544A-7EE6-4342-B048-85BDC9FD1C3A}</a:tableStyleId>
              </a:tblPr>
              <a:tblGrid>
                <a:gridCol w="3899354"/>
                <a:gridCol w="6476893"/>
              </a:tblGrid>
              <a:tr h="625438">
                <a:tc>
                  <a:txBody>
                    <a:bodyPr/>
                    <a:lstStyle/>
                    <a:p>
                      <a:pPr algn="ctr"/>
                      <a:r>
                        <a:rPr lang="zh-CN" altLang="en-US" dirty="0" smtClean="0"/>
                        <a:t>方案信息</a:t>
                      </a:r>
                      <a:endParaRPr lang="zh-CN" altLang="en-US" dirty="0"/>
                    </a:p>
                  </a:txBody>
                  <a:tcPr anchor="ctr"/>
                </a:tc>
                <a:tc>
                  <a:txBody>
                    <a:bodyPr/>
                    <a:lstStyle/>
                    <a:p>
                      <a:pPr algn="ctr"/>
                      <a:r>
                        <a:rPr lang="zh-CN" altLang="en-US" dirty="0" smtClean="0"/>
                        <a:t>具体内容</a:t>
                      </a:r>
                      <a:endParaRPr lang="zh-CN" altLang="en-US" dirty="0"/>
                    </a:p>
                  </a:txBody>
                  <a:tcPr anchor="ctr"/>
                </a:tc>
              </a:tr>
              <a:tr h="625438">
                <a:tc>
                  <a:txBody>
                    <a:bodyPr/>
                    <a:lstStyle/>
                    <a:p>
                      <a:pPr algn="ctr"/>
                      <a:r>
                        <a:rPr lang="zh-CN" altLang="en-US" dirty="0" smtClean="0"/>
                        <a:t>方案名称</a:t>
                      </a:r>
                      <a:endParaRPr lang="zh-CN" altLang="en-US" dirty="0"/>
                    </a:p>
                  </a:txBody>
                  <a:tcPr anchor="ctr"/>
                </a:tc>
                <a:tc>
                  <a:txBody>
                    <a:bodyPr/>
                    <a:lstStyle/>
                    <a:p>
                      <a:pPr algn="ctr"/>
                      <a:endParaRPr lang="zh-CN" altLang="en-US" dirty="0"/>
                    </a:p>
                  </a:txBody>
                  <a:tcPr anchor="ctr"/>
                </a:tc>
              </a:tr>
              <a:tr h="625438">
                <a:tc>
                  <a:txBody>
                    <a:bodyPr/>
                    <a:lstStyle/>
                    <a:p>
                      <a:pPr algn="ctr"/>
                      <a:r>
                        <a:rPr lang="zh-CN" altLang="en-US" dirty="0" smtClean="0"/>
                        <a:t>所属项目信息</a:t>
                      </a:r>
                      <a:endParaRPr lang="zh-CN" altLang="en-US" dirty="0"/>
                    </a:p>
                  </a:txBody>
                  <a:tcPr anchor="ctr"/>
                </a:tc>
                <a:tc>
                  <a:txBody>
                    <a:bodyPr/>
                    <a:lstStyle/>
                    <a:p>
                      <a:pPr algn="ctr"/>
                      <a:endParaRPr lang="zh-CN" altLang="en-US" dirty="0"/>
                    </a:p>
                  </a:txBody>
                  <a:tcPr anchor="ctr"/>
                </a:tc>
              </a:tr>
              <a:tr h="625438">
                <a:tc>
                  <a:txBody>
                    <a:bodyPr/>
                    <a:lstStyle/>
                    <a:p>
                      <a:pPr algn="ctr"/>
                      <a:r>
                        <a:rPr lang="zh-CN" altLang="en-US" dirty="0" smtClean="0"/>
                        <a:t>项目是否为公司级项目</a:t>
                      </a:r>
                      <a:endParaRPr lang="zh-CN" altLang="en-US" dirty="0"/>
                    </a:p>
                  </a:txBody>
                  <a:tcPr anchor="ctr"/>
                </a:tc>
                <a:tc>
                  <a:txBody>
                    <a:bodyPr/>
                    <a:lstStyle/>
                    <a:p>
                      <a:pPr algn="ctr"/>
                      <a:endParaRPr lang="zh-CN" altLang="en-US" dirty="0"/>
                    </a:p>
                  </a:txBody>
                  <a:tcPr anchor="ctr"/>
                </a:tc>
              </a:tr>
              <a:tr h="625438">
                <a:tc>
                  <a:txBody>
                    <a:bodyPr/>
                    <a:lstStyle/>
                    <a:p>
                      <a:pPr algn="ctr"/>
                      <a:r>
                        <a:rPr lang="zh-CN" altLang="en-US" dirty="0" smtClean="0"/>
                        <a:t>是否需要在海外申请</a:t>
                      </a:r>
                      <a:endParaRPr lang="zh-CN" altLang="en-US" dirty="0"/>
                    </a:p>
                  </a:txBody>
                  <a:tcPr anchor="ctr"/>
                </a:tc>
                <a:tc>
                  <a:txBody>
                    <a:bodyPr/>
                    <a:lstStyle/>
                    <a:p>
                      <a:pPr algn="ctr"/>
                      <a:endParaRPr lang="zh-CN" altLang="en-US" dirty="0"/>
                    </a:p>
                  </a:txBody>
                  <a:tcPr anchor="ctr"/>
                </a:tc>
              </a:tr>
              <a:tr h="625438">
                <a:tc>
                  <a:txBody>
                    <a:bodyPr/>
                    <a:lstStyle/>
                    <a:p>
                      <a:pPr algn="ctr"/>
                      <a:r>
                        <a:rPr lang="zh-CN" altLang="en-US" dirty="0" smtClean="0"/>
                        <a:t>是否需要加速审查</a:t>
                      </a:r>
                      <a:endParaRPr lang="zh-CN" altLang="en-US" dirty="0"/>
                    </a:p>
                  </a:txBody>
                  <a:tcPr anchor="ctr"/>
                </a:tc>
                <a:tc>
                  <a:txBody>
                    <a:bodyPr/>
                    <a:lstStyle/>
                    <a:p>
                      <a:pPr algn="ctr"/>
                      <a:endParaRPr lang="zh-CN" altLang="en-US" dirty="0"/>
                    </a:p>
                  </a:txBody>
                  <a:tcPr anchor="ctr"/>
                </a:tc>
              </a:tr>
              <a:tr h="625438">
                <a:tc>
                  <a:txBody>
                    <a:bodyPr/>
                    <a:lstStyle/>
                    <a:p>
                      <a:pPr algn="ctr"/>
                      <a:r>
                        <a:rPr lang="zh-CN" altLang="en-US" dirty="0" smtClean="0"/>
                        <a:t>针对的竞手</a:t>
                      </a:r>
                      <a:r>
                        <a:rPr lang="en-US" altLang="zh-CN" dirty="0" smtClean="0"/>
                        <a:t>&amp;</a:t>
                      </a:r>
                      <a:r>
                        <a:rPr lang="zh-CN" altLang="en-US" dirty="0" smtClean="0"/>
                        <a:t>竞品信息</a:t>
                      </a:r>
                      <a:endParaRPr lang="zh-CN" altLang="en-US" dirty="0"/>
                    </a:p>
                  </a:txBody>
                  <a:tcPr anchor="ctr"/>
                </a:tc>
                <a:tc>
                  <a:txBody>
                    <a:bodyPr/>
                    <a:lstStyle/>
                    <a:p>
                      <a:pPr algn="ctr"/>
                      <a:endParaRPr lang="zh-CN" altLang="en-US" dirty="0"/>
                    </a:p>
                  </a:txBody>
                  <a:tcPr anchor="ctr"/>
                </a:tc>
              </a:tr>
            </a:tbl>
          </a:graphicData>
        </a:graphic>
      </p:graphicFrame>
      <p:graphicFrame>
        <p:nvGraphicFramePr>
          <p:cNvPr id="3" name="表格 2"/>
          <p:cNvGraphicFramePr>
            <a:graphicFrameLocks noGrp="1"/>
          </p:cNvGraphicFramePr>
          <p:nvPr/>
        </p:nvGraphicFramePr>
        <p:xfrm>
          <a:off x="613804" y="5556029"/>
          <a:ext cx="10376247" cy="625438"/>
        </p:xfrm>
        <a:graphic>
          <a:graphicData uri="http://schemas.openxmlformats.org/drawingml/2006/table">
            <a:tbl>
              <a:tblPr firstRow="1" bandRow="1">
                <a:tableStyleId>{5C22544A-7EE6-4342-B048-85BDC9FD1C3A}</a:tableStyleId>
              </a:tblPr>
              <a:tblGrid>
                <a:gridCol w="3899354"/>
                <a:gridCol w="6476893"/>
              </a:tblGrid>
              <a:tr h="625438">
                <a:tc>
                  <a:txBody>
                    <a:bodyPr/>
                    <a:lstStyle/>
                    <a:p>
                      <a:pPr marL="0" algn="ctr" defTabSz="914400" rtl="0" eaLnBrk="1" latinLnBrk="0" hangingPunct="1"/>
                      <a:r>
                        <a:rPr lang="zh-CN" altLang="en-US" sz="1800" b="0" kern="1200" dirty="0" smtClean="0">
                          <a:solidFill>
                            <a:schemeClr val="dk1"/>
                          </a:solidFill>
                          <a:latin typeface="+mn-lt"/>
                          <a:ea typeface="+mn-ea"/>
                          <a:cs typeface="+mn-cs"/>
                        </a:rPr>
                        <a:t>应用产品信息</a:t>
                      </a:r>
                      <a:endParaRPr lang="zh-CN" altLang="en-US" sz="1800" b="0" kern="1200" dirty="0">
                        <a:solidFill>
                          <a:schemeClr val="dk1"/>
                        </a:solidFill>
                        <a:latin typeface="+mn-lt"/>
                        <a:ea typeface="+mn-ea"/>
                        <a:cs typeface="+mn-cs"/>
                      </a:endParaRPr>
                    </a:p>
                  </a:txBody>
                  <a:tcPr anchor="ctr">
                    <a:solidFill>
                      <a:srgbClr val="CBCDE2"/>
                    </a:solidFill>
                  </a:tcPr>
                </a:tc>
                <a:tc>
                  <a:txBody>
                    <a:bodyPr/>
                    <a:lstStyle/>
                    <a:p>
                      <a:pPr marL="0" algn="ctr" defTabSz="914400" rtl="0" eaLnBrk="1" latinLnBrk="0" hangingPunct="1"/>
                      <a:endParaRPr lang="zh-CN" altLang="en-US" sz="1800" kern="1200" dirty="0">
                        <a:solidFill>
                          <a:schemeClr val="dk1"/>
                        </a:solidFill>
                        <a:latin typeface="+mn-lt"/>
                        <a:ea typeface="+mn-ea"/>
                        <a:cs typeface="+mn-cs"/>
                      </a:endParaRPr>
                    </a:p>
                  </a:txBody>
                  <a:tcPr anchor="ctr">
                    <a:solidFill>
                      <a:srgbClr val="CBCDE2"/>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smtClean="0"/>
              <a:t>02 </a:t>
            </a:r>
            <a:r>
              <a:rPr kumimoji="1" lang="zh-CN" altLang="en-US" dirty="0" smtClean="0"/>
              <a:t>背景技术</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20年可追溯，人机料法环大数据"/>
          <p:cNvSpPr txBox="1"/>
          <p:nvPr/>
        </p:nvSpPr>
        <p:spPr>
          <a:xfrm>
            <a:off x="567798" y="769341"/>
            <a:ext cx="6086044" cy="369332"/>
          </a:xfrm>
          <a:prstGeom prst="rect">
            <a:avLst/>
          </a:prstGeom>
          <a:ln w="12700">
            <a:miter lim="400000"/>
          </a:ln>
        </p:spPr>
        <p:txBody>
          <a:bodyPr wrap="square" lIns="60960" tIns="60960" rIns="60960" bIns="60960">
            <a:spAutoFit/>
          </a:bodyPr>
          <a:lstStyle>
            <a:lvl1pPr marL="457200" indent="-457200" algn="l" defTabSz="1219200">
              <a:defRPr sz="3200" b="0">
                <a:solidFill>
                  <a:srgbClr val="14239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defTabSz="609600">
              <a:defRPr sz="3200" b="0">
                <a:solidFill>
                  <a:srgbClr val="121B9C"/>
                </a:solidFill>
                <a:latin typeface="Helvetica"/>
                <a:ea typeface="Helvetica"/>
                <a:cs typeface="Helvetica"/>
                <a:sym typeface="Helvetica"/>
              </a:defRPr>
            </a:pPr>
            <a:r>
              <a:rPr lang="zh-CN" altLang="en-US" sz="1600" dirty="0" smtClean="0">
                <a:solidFill>
                  <a:srgbClr val="898989"/>
                </a:solidFill>
                <a:latin typeface="微软雅黑" panose="020B0503020204020204" charset="-122"/>
                <a:ea typeface="微软雅黑" panose="020B0503020204020204" charset="-122"/>
                <a:cs typeface="微软雅黑" panose="020B0503020204020204" charset="-122"/>
              </a:rPr>
              <a:t>用图文结合的方式描述实际生产或出货等存在的问题</a:t>
            </a:r>
            <a:endParaRPr lang="zh-CN" altLang="en-US" sz="1600" dirty="0">
              <a:solidFill>
                <a:srgbClr val="898989"/>
              </a:solidFill>
              <a:latin typeface="微软雅黑" panose="020B0503020204020204" charset="-122"/>
              <a:ea typeface="微软雅黑" panose="020B0503020204020204" charset="-122"/>
              <a:cs typeface="微软雅黑" panose="020B0503020204020204" charset="-122"/>
            </a:endParaRPr>
          </a:p>
        </p:txBody>
      </p:sp>
      <p:sp>
        <p:nvSpPr>
          <p:cNvPr id="8" name="文本占位符 5"/>
          <p:cNvSpPr txBox="1"/>
          <p:nvPr/>
        </p:nvSpPr>
        <p:spPr>
          <a:xfrm>
            <a:off x="6366815" y="2687216"/>
            <a:ext cx="5298607" cy="3157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9" name="文本占位符 5"/>
          <p:cNvSpPr txBox="1"/>
          <p:nvPr/>
        </p:nvSpPr>
        <p:spPr>
          <a:xfrm>
            <a:off x="6568751" y="2444620"/>
            <a:ext cx="5078011"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1" name="文本占位符 5"/>
          <p:cNvSpPr txBox="1"/>
          <p:nvPr/>
        </p:nvSpPr>
        <p:spPr>
          <a:xfrm>
            <a:off x="6329492" y="2444620"/>
            <a:ext cx="5298607"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3"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
        <p:nvSpPr>
          <p:cNvPr id="3" name="文本框 2"/>
          <p:cNvSpPr txBox="1"/>
          <p:nvPr/>
        </p:nvSpPr>
        <p:spPr>
          <a:xfrm>
            <a:off x="638355" y="1180100"/>
            <a:ext cx="10915290" cy="3174587"/>
          </a:xfrm>
          <a:prstGeom prst="rect">
            <a:avLst/>
          </a:prstGeom>
          <a:noFill/>
        </p:spPr>
        <p:txBody>
          <a:bodyPr wrap="square" rtlCol="0">
            <a:spAutoFit/>
          </a:bodyPr>
          <a:lstStyle/>
          <a:p>
            <a:pPr>
              <a:lnSpc>
                <a:spcPct val="125000"/>
              </a:lnSpc>
            </a:pPr>
            <a:r>
              <a:rPr lang="zh-CN" altLang="en-US" dirty="0" smtClean="0"/>
              <a:t>（</a:t>
            </a:r>
            <a:r>
              <a:rPr lang="en-US" altLang="zh-CN" dirty="0" smtClean="0"/>
              <a:t>1</a:t>
            </a:r>
            <a:r>
              <a:rPr lang="zh-CN" altLang="en-US" dirty="0" smtClean="0"/>
              <a:t>）目前存在的问题</a:t>
            </a:r>
            <a:endParaRPr lang="en-US" altLang="zh-CN" dirty="0" smtClean="0"/>
          </a:p>
          <a:p>
            <a:pPr>
              <a:lnSpc>
                <a:spcPct val="125000"/>
              </a:lnSpc>
            </a:pPr>
            <a:endParaRPr lang="en-US" altLang="zh-CN" dirty="0"/>
          </a:p>
          <a:p>
            <a:pPr>
              <a:lnSpc>
                <a:spcPct val="125000"/>
              </a:lnSpc>
            </a:pPr>
            <a:endParaRPr lang="en-US" altLang="zh-CN" dirty="0" smtClean="0"/>
          </a:p>
          <a:p>
            <a:pPr>
              <a:lnSpc>
                <a:spcPct val="125000"/>
              </a:lnSpc>
            </a:pPr>
            <a:endParaRPr lang="en-US" altLang="zh-CN" dirty="0"/>
          </a:p>
          <a:p>
            <a:pPr>
              <a:lnSpc>
                <a:spcPct val="125000"/>
              </a:lnSpc>
            </a:pPr>
            <a:endParaRPr lang="en-US" altLang="zh-CN" dirty="0" smtClean="0"/>
          </a:p>
          <a:p>
            <a:pPr>
              <a:lnSpc>
                <a:spcPct val="125000"/>
              </a:lnSpc>
            </a:pPr>
            <a:endParaRPr lang="en-US" altLang="zh-CN" dirty="0"/>
          </a:p>
          <a:p>
            <a:pPr>
              <a:lnSpc>
                <a:spcPct val="125000"/>
              </a:lnSpc>
            </a:pPr>
            <a:endParaRPr lang="en-US" altLang="zh-CN" dirty="0" smtClean="0"/>
          </a:p>
          <a:p>
            <a:pPr>
              <a:lnSpc>
                <a:spcPct val="125000"/>
              </a:lnSpc>
            </a:pPr>
            <a:endParaRPr lang="en-US" altLang="zh-CN" dirty="0"/>
          </a:p>
          <a:p>
            <a:pPr>
              <a:lnSpc>
                <a:spcPct val="125000"/>
              </a:lnSpc>
            </a:pPr>
            <a:endParaRPr lang="zh-CN" altLang="en-US" dirty="0"/>
          </a:p>
        </p:txBody>
      </p:sp>
      <p:sp>
        <p:nvSpPr>
          <p:cNvPr id="6" name="文本框 5"/>
          <p:cNvSpPr txBox="1"/>
          <p:nvPr/>
        </p:nvSpPr>
        <p:spPr>
          <a:xfrm>
            <a:off x="191770" y="1781810"/>
            <a:ext cx="11723370" cy="4399915"/>
          </a:xfrm>
          <a:prstGeom prst="rect">
            <a:avLst/>
          </a:prstGeom>
          <a:noFill/>
        </p:spPr>
        <p:txBody>
          <a:bodyPr wrap="square" rtlCol="0">
            <a:spAutoFit/>
          </a:bodyPr>
          <a:p>
            <a:r>
              <a:rPr lang="en-US" altLang="zh-CN" sz="1400" b="1"/>
              <a:t>1.</a:t>
            </a:r>
            <a:r>
              <a:rPr lang="zh-CN" altLang="en-US" sz="1400" b="1"/>
              <a:t>缺乏对算子间协同效应的建模与利用</a:t>
            </a:r>
            <a:endParaRPr lang="zh-CN" altLang="en-US" sz="1400" b="1"/>
          </a:p>
          <a:p>
            <a:endParaRPr lang="zh-CN" altLang="en-US" sz="1400" b="1"/>
          </a:p>
          <a:p>
            <a:pPr marL="285750" indent="-285750">
              <a:buFont typeface="Arial" panose="020B0604020202020204" pitchFamily="34" charset="0"/>
              <a:buChar char="•"/>
            </a:pPr>
            <a:r>
              <a:rPr lang="zh-CN" altLang="en-US" sz="1400"/>
              <a:t>尽管多个算子常被组合使用，并分别作用于个体的特定编码位、不同个体或整个种群，实现邻域解的搜索，但其运行方式通常是相互独立或固定顺序执行。</a:t>
            </a:r>
            <a:endParaRPr lang="zh-CN" altLang="en-US" sz="1400"/>
          </a:p>
          <a:p>
            <a:pPr marL="285750" indent="-285750">
              <a:buFont typeface="Arial" panose="020B0604020202020204" pitchFamily="34" charset="0"/>
              <a:buChar char="•"/>
            </a:pPr>
            <a:r>
              <a:rPr lang="zh-CN" altLang="en-US" sz="1400"/>
              <a:t>此类组合缺乏明确的协同机制与动态控制策略，导致算子间的潜在互补性与联合效益难以被充分挖掘。特别是在面对复杂优化任务时，算子之间的协同或冲突关系若未被建模或调控，易造成搜索方向不一致、算子相互抵消，最终影响全局搜索能力和收敛效率。</a:t>
            </a:r>
            <a:endParaRPr lang="zh-CN" altLang="en-US" sz="1400"/>
          </a:p>
          <a:p>
            <a:endParaRPr lang="zh-CN" altLang="en-US" sz="1400"/>
          </a:p>
          <a:p>
            <a:r>
              <a:rPr lang="en-US" altLang="zh-CN" sz="1400" b="1"/>
              <a:t>2.</a:t>
            </a:r>
            <a:r>
              <a:rPr lang="zh-CN" altLang="en-US" sz="1400" b="1"/>
              <a:t>算子贡献度不均衡且难以持续保持高效</a:t>
            </a:r>
            <a:endParaRPr lang="zh-CN" altLang="en-US" sz="1400" b="1"/>
          </a:p>
          <a:p>
            <a:endParaRPr lang="zh-CN" altLang="en-US" sz="1400" b="1"/>
          </a:p>
          <a:p>
            <a:pPr marL="285750" indent="-285750">
              <a:buFont typeface="Arial" panose="020B0604020202020204" pitchFamily="34" charset="0"/>
              <a:buChar char="•"/>
            </a:pPr>
            <a:r>
              <a:rPr lang="zh-CN" altLang="en-US" sz="1400"/>
              <a:t>不同算子对算法性能的贡献具有显著差异，这种差异不仅取决于算子自身设计，还受到问题结构、搜索阶段、种群状态等多种因素影响。</a:t>
            </a:r>
            <a:endParaRPr lang="zh-CN" altLang="en-US" sz="1400"/>
          </a:p>
          <a:p>
            <a:pPr marL="285750" indent="-285750">
              <a:buFont typeface="Arial" panose="020B0604020202020204" pitchFamily="34" charset="0"/>
              <a:buChar char="•"/>
            </a:pPr>
            <a:r>
              <a:rPr lang="zh-CN" altLang="en-US" sz="1400"/>
              <a:t>在多轮迭代过程中，某些算子可能在初期具有良好效果，但在中后期表现逐渐下降；亦或在特定个体结构下有效，但在种群整体变化后失效。</a:t>
            </a:r>
            <a:endParaRPr lang="zh-CN" altLang="en-US" sz="1400"/>
          </a:p>
          <a:p>
            <a:pPr marL="285750" indent="-285750">
              <a:buFont typeface="Arial" panose="020B0604020202020204" pitchFamily="34" charset="0"/>
              <a:buChar char="•"/>
            </a:pPr>
            <a:r>
              <a:rPr lang="zh-CN" altLang="en-US" sz="1400"/>
              <a:t>现有技术中往往未建立有效的算子动态评估与淘汰机制，导致低效算子长期占用计算资源，甚至干扰搜索进程，影响整体收敛质量。</a:t>
            </a:r>
            <a:endParaRPr lang="zh-CN" altLang="en-US" sz="1400"/>
          </a:p>
          <a:p>
            <a:endParaRPr lang="zh-CN" altLang="en-US" sz="1400"/>
          </a:p>
          <a:p>
            <a:r>
              <a:rPr lang="en-US" altLang="zh-CN" sz="1400" b="1"/>
              <a:t>3.</a:t>
            </a:r>
            <a:r>
              <a:rPr lang="zh-CN" altLang="en-US" sz="1400" b="1"/>
              <a:t>算子组合依赖人工经验，难以实现自动设计与进化</a:t>
            </a:r>
            <a:endParaRPr lang="zh-CN" altLang="en-US" sz="1400" b="1"/>
          </a:p>
          <a:p>
            <a:endParaRPr lang="zh-CN" altLang="en-US" sz="1400" b="1"/>
          </a:p>
          <a:p>
            <a:pPr marL="285750" indent="-285750">
              <a:buFont typeface="Arial" panose="020B0604020202020204" pitchFamily="34" charset="0"/>
              <a:buChar char="•"/>
            </a:pPr>
            <a:r>
              <a:rPr lang="zh-CN" altLang="en-US" sz="1400"/>
              <a:t>当前多算子组合策略多依赖人工设定与经验调优，开发者需手动设定算子种类、参数配置、应用顺序和作用范围等，缺乏系统化的生成机制与演化优化过程。</a:t>
            </a:r>
            <a:endParaRPr lang="zh-CN" altLang="en-US" sz="1400"/>
          </a:p>
          <a:p>
            <a:pPr marL="285750" indent="-285750">
              <a:buFont typeface="Arial" panose="020B0604020202020204" pitchFamily="34" charset="0"/>
              <a:buChar char="•"/>
            </a:pPr>
            <a:r>
              <a:rPr lang="zh-CN" altLang="en-US" sz="1400"/>
              <a:t>这种方式不仅效率低、通用性差，而且难以适应不同优化任务对算子协同方式的差异化需求。</a:t>
            </a:r>
            <a:endParaRPr lang="zh-CN" altLang="en-US" sz="1400"/>
          </a:p>
          <a:p>
            <a:pPr marL="285750" indent="-285750">
              <a:buFont typeface="Arial" panose="020B0604020202020204" pitchFamily="34" charset="0"/>
              <a:buChar char="•"/>
            </a:pPr>
            <a:r>
              <a:rPr lang="zh-CN" altLang="en-US" sz="1400"/>
              <a:t>随着问题复杂度提升和多样化任务场景的增加，传统经验驱动的设计模式显得愈发受限，亟需引入智能化、自动化的算子组合生成方法，实现多算子系统的自适应演进。</a:t>
            </a:r>
            <a:endParaRPr lang="zh-CN" altLang="en-US"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5" y="1"/>
            <a:ext cx="11121422" cy="513416"/>
          </a:xfrm>
        </p:spPr>
        <p:txBody>
          <a:bodyPr>
            <a:normAutofit fontScale="90000"/>
          </a:bodyPr>
          <a:lstStyle/>
          <a:p>
            <a:r>
              <a:rPr kumimoji="1" lang="en-US" altLang="zh-CN" dirty="0" smtClean="0"/>
              <a:t>02 </a:t>
            </a:r>
            <a:r>
              <a:rPr kumimoji="1" lang="zh-CN" altLang="en-US" dirty="0" smtClean="0"/>
              <a:t>背景技术</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8" name="文本占位符 5"/>
          <p:cNvSpPr txBox="1"/>
          <p:nvPr/>
        </p:nvSpPr>
        <p:spPr>
          <a:xfrm>
            <a:off x="6366815" y="2687216"/>
            <a:ext cx="5298607" cy="3157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9" name="文本占位符 5"/>
          <p:cNvSpPr txBox="1"/>
          <p:nvPr/>
        </p:nvSpPr>
        <p:spPr>
          <a:xfrm>
            <a:off x="6568751" y="2444620"/>
            <a:ext cx="5078011"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1" name="文本占位符 5"/>
          <p:cNvSpPr txBox="1"/>
          <p:nvPr/>
        </p:nvSpPr>
        <p:spPr>
          <a:xfrm>
            <a:off x="6329492" y="2444620"/>
            <a:ext cx="5298607"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3"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
        <p:nvSpPr>
          <p:cNvPr id="22" name="幻灯片编号占位符 4"/>
          <p:cNvSpPr>
            <a:spLocks noGrp="1"/>
          </p:cNvSpPr>
          <p:nvPr/>
        </p:nvSpPr>
        <p:spPr>
          <a:xfrm>
            <a:off x="8610600" y="6356350"/>
            <a:ext cx="27432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7981757-A667-704E-B799-643DAFF31F89}" type="slidenum">
              <a:rPr kumimoji="1" lang="zh-CN" altLang="en-US" smtClean="0"/>
            </a:fld>
            <a:endParaRPr kumimoji="1" lang="zh-CN" altLang="en-US"/>
          </a:p>
        </p:txBody>
      </p:sp>
      <p:sp>
        <p:nvSpPr>
          <p:cNvPr id="23" name="文本占位符 5"/>
          <p:cNvSpPr txBox="1"/>
          <p:nvPr/>
        </p:nvSpPr>
        <p:spPr>
          <a:xfrm>
            <a:off x="6493815" y="2814216"/>
            <a:ext cx="5298607" cy="3157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24" name="文本占位符 5"/>
          <p:cNvSpPr txBox="1"/>
          <p:nvPr/>
        </p:nvSpPr>
        <p:spPr>
          <a:xfrm>
            <a:off x="6695751" y="2571620"/>
            <a:ext cx="5078011"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25" name="文本占位符 5"/>
          <p:cNvSpPr txBox="1"/>
          <p:nvPr/>
        </p:nvSpPr>
        <p:spPr>
          <a:xfrm>
            <a:off x="6456492" y="2571620"/>
            <a:ext cx="5298607"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26" name="页脚占位符 4"/>
          <p:cNvSpPr>
            <a:spLocks noGrp="1"/>
          </p:cNvSpPr>
          <p:nvPr/>
        </p:nvSpPr>
        <p:spPr>
          <a:xfrm>
            <a:off x="2300260" y="6519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
        <p:nvSpPr>
          <p:cNvPr id="27" name="文本框 26"/>
          <p:cNvSpPr txBox="1"/>
          <p:nvPr/>
        </p:nvSpPr>
        <p:spPr>
          <a:xfrm>
            <a:off x="210820" y="357505"/>
            <a:ext cx="5350510" cy="337185"/>
          </a:xfrm>
          <a:prstGeom prst="rect">
            <a:avLst/>
          </a:prstGeom>
          <a:noFill/>
        </p:spPr>
        <p:txBody>
          <a:bodyPr wrap="square" rtlCol="0">
            <a:spAutoFit/>
          </a:bodyPr>
          <a:p>
            <a:r>
              <a:rPr lang="zh-CN" altLang="en-US" sz="1600"/>
              <a:t>检索式：</a:t>
            </a:r>
            <a:r>
              <a:rPr lang="en-US" altLang="zh-CN" sz="1600"/>
              <a:t> </a:t>
            </a:r>
            <a:r>
              <a:rPr lang="zh-CN" altLang="en-US" sz="1600"/>
              <a:t>协同</a:t>
            </a:r>
            <a:r>
              <a:rPr lang="en-US" altLang="zh-CN" sz="1600"/>
              <a:t> OR </a:t>
            </a:r>
            <a:r>
              <a:rPr lang="zh-CN" altLang="en-US" sz="1600"/>
              <a:t>演化</a:t>
            </a:r>
            <a:r>
              <a:rPr lang="en-US" altLang="zh-CN" sz="1600"/>
              <a:t> OR LLM OR </a:t>
            </a:r>
            <a:r>
              <a:rPr lang="zh-CN" altLang="en-US" sz="1600"/>
              <a:t>大语言模型</a:t>
            </a:r>
            <a:endParaRPr lang="zh-CN" altLang="en-US" sz="1600"/>
          </a:p>
        </p:txBody>
      </p:sp>
      <p:sp>
        <p:nvSpPr>
          <p:cNvPr id="28" name="文本框 27"/>
          <p:cNvSpPr txBox="1"/>
          <p:nvPr/>
        </p:nvSpPr>
        <p:spPr>
          <a:xfrm>
            <a:off x="210820" y="725805"/>
            <a:ext cx="5885180" cy="2891790"/>
          </a:xfrm>
          <a:prstGeom prst="rect">
            <a:avLst/>
          </a:prstGeom>
          <a:noFill/>
        </p:spPr>
        <p:txBody>
          <a:bodyPr wrap="square" rtlCol="0" anchor="t">
            <a:spAutoFit/>
          </a:bodyPr>
          <a:p>
            <a:pPr indent="0" algn="l">
              <a:buClrTx/>
              <a:buSzTx/>
              <a:buFont typeface="Arial" panose="020B0604020202020204" pitchFamily="34" charset="0"/>
              <a:buNone/>
            </a:pPr>
            <a:r>
              <a:rPr lang="zh-CN" altLang="en-US" sz="1400"/>
              <a:t>专利名：一种面向对抗博弈的大语言模型多智能体协同决策方法</a:t>
            </a:r>
            <a:endParaRPr lang="zh-CN" altLang="en-US" sz="1400"/>
          </a:p>
          <a:p>
            <a:pPr indent="0" algn="l">
              <a:buClrTx/>
              <a:buSzTx/>
              <a:buFont typeface="Arial" panose="020B0604020202020204" pitchFamily="34" charset="0"/>
              <a:buNone/>
            </a:pPr>
            <a:r>
              <a:rPr lang="zh-CN" altLang="en-US" sz="1400"/>
              <a:t>公开号：</a:t>
            </a:r>
            <a:r>
              <a:rPr lang="en-US" altLang="zh-CN" sz="1400"/>
              <a:t>CN118734967A</a:t>
            </a:r>
            <a:endParaRPr lang="en-US" altLang="zh-CN" sz="1400"/>
          </a:p>
          <a:p>
            <a:pPr indent="0" algn="l">
              <a:buClrTx/>
              <a:buSzTx/>
              <a:buFont typeface="Arial" panose="020B0604020202020204" pitchFamily="34" charset="0"/>
              <a:buNone/>
            </a:pPr>
            <a:endParaRPr lang="zh-CN" altLang="en-US" sz="1400"/>
          </a:p>
          <a:p>
            <a:pPr indent="0" algn="l">
              <a:buClrTx/>
              <a:buSzTx/>
              <a:buFont typeface="Arial" panose="020B0604020202020204" pitchFamily="34" charset="0"/>
              <a:buNone/>
            </a:pPr>
            <a:r>
              <a:rPr lang="zh-CN" altLang="en-US" sz="1400"/>
              <a:t>摘要：本发明公开了一种面向对抗博弈的大语言模型多智能体协同决策方法，包括：构建对抗博弈环境协同决策大语言模型的微调训练数据集；基于</a:t>
            </a:r>
            <a:r>
              <a:rPr lang="en-US" altLang="zh-CN" sz="1400"/>
              <a:t>LoRA</a:t>
            </a:r>
            <a:r>
              <a:rPr lang="zh-CN" altLang="en-US" sz="1400"/>
              <a:t>方法微调对抗博弈环境协同决策大语言模型；构建记忆模块，存储智能体的历史博弈数据与其对博弈的理解；从对抗博弈环境中获取智能体的局部观察数据和共享全局状态信息，组合信息作为模型输入；将组合信息输入经微调的大语言模型，分析对抗博弈局势；根据上述的局势分析和记忆模块提供的信息，生成本回合的行动决策；根据行动决策生成可执行的动作；执行动作，更新记忆模块，进入下一回合。本发明方法可有效提高智能体在对抗博弈环境下进行协同决策的能力，为解决复杂系统中的协作与对抗博弈问题提供了创新的方法。</a:t>
            </a:r>
            <a:endParaRPr lang="zh-CN" altLang="en-US" sz="1400"/>
          </a:p>
        </p:txBody>
      </p:sp>
      <p:sp>
        <p:nvSpPr>
          <p:cNvPr id="29" name="文本框 28"/>
          <p:cNvSpPr txBox="1"/>
          <p:nvPr/>
        </p:nvSpPr>
        <p:spPr>
          <a:xfrm>
            <a:off x="6306820" y="202565"/>
            <a:ext cx="5885180" cy="2891790"/>
          </a:xfrm>
          <a:prstGeom prst="rect">
            <a:avLst/>
          </a:prstGeom>
          <a:noFill/>
        </p:spPr>
        <p:txBody>
          <a:bodyPr wrap="square" rtlCol="0" anchor="t">
            <a:spAutoFit/>
          </a:bodyPr>
          <a:p>
            <a:pPr indent="0" algn="l">
              <a:buClrTx/>
              <a:buSzTx/>
              <a:buFont typeface="Arial" panose="020B0604020202020204" pitchFamily="34" charset="0"/>
              <a:buNone/>
            </a:pPr>
            <a:r>
              <a:rPr lang="zh-CN" altLang="en-US" sz="1400"/>
              <a:t>专利名：基于大语言模型的动力电池多状态协同估计方法与系统</a:t>
            </a:r>
            <a:endParaRPr lang="zh-CN" altLang="en-US" sz="1400"/>
          </a:p>
          <a:p>
            <a:pPr indent="0" algn="l">
              <a:buClrTx/>
              <a:buSzTx/>
              <a:buFont typeface="Arial" panose="020B0604020202020204" pitchFamily="34" charset="0"/>
              <a:buNone/>
            </a:pPr>
            <a:r>
              <a:rPr lang="zh-CN" altLang="en-US" sz="1400"/>
              <a:t>公开号：</a:t>
            </a:r>
            <a:r>
              <a:rPr lang="en-US" altLang="zh-CN" sz="1400"/>
              <a:t>CN119291515A</a:t>
            </a:r>
            <a:endParaRPr lang="en-US" altLang="zh-CN" sz="1400"/>
          </a:p>
          <a:p>
            <a:pPr indent="0" algn="l">
              <a:buClrTx/>
              <a:buSzTx/>
              <a:buFont typeface="Arial" panose="020B0604020202020204" pitchFamily="34" charset="0"/>
              <a:buNone/>
            </a:pPr>
            <a:endParaRPr lang="en-US" altLang="zh-CN" sz="1400"/>
          </a:p>
          <a:p>
            <a:pPr indent="0" algn="l">
              <a:buClrTx/>
              <a:buSzTx/>
              <a:buFont typeface="Arial" panose="020B0604020202020204" pitchFamily="34" charset="0"/>
              <a:buNone/>
            </a:pPr>
            <a:r>
              <a:rPr lang="zh-CN" altLang="en-US" sz="1400"/>
              <a:t>摘要：本发明属于锂离子电池技术领域，本发明提供了一种基于大语言模型的动力电池多状态协同估计方法与系统，通过初始化大语言模型；在随机充电行为下进行老化特征提取，提取窗口极值电压和累积充电量作为老化特征；基于初始化后的大语言模型，根据多状态协同估计任务确定模型的输入和输出，以提取到的老化特征融合电池状态参数，共同作为输入特征，并调整输入类型；基模型的输入和输出，对大语言模型进行改进，为大语言模型增添输出层模块以适应多状态协同估计任务；基于改进的大语言模型和实际数据集，采用低秩适应方法微调模型；基于微调后的模型处理目标碎片化充电数据，进行多状态协同估计。本发明能够实现多状态协同精准估计。</a:t>
            </a:r>
            <a:endParaRPr lang="zh-CN" altLang="en-US" sz="1400"/>
          </a:p>
        </p:txBody>
      </p:sp>
      <p:sp>
        <p:nvSpPr>
          <p:cNvPr id="30" name="文本框 29"/>
          <p:cNvSpPr txBox="1"/>
          <p:nvPr/>
        </p:nvSpPr>
        <p:spPr>
          <a:xfrm>
            <a:off x="210820" y="3775075"/>
            <a:ext cx="5885180" cy="3107690"/>
          </a:xfrm>
          <a:prstGeom prst="rect">
            <a:avLst/>
          </a:prstGeom>
          <a:noFill/>
        </p:spPr>
        <p:txBody>
          <a:bodyPr wrap="square" rtlCol="0" anchor="t">
            <a:spAutoFit/>
          </a:bodyPr>
          <a:p>
            <a:pPr indent="0" algn="l">
              <a:buClrTx/>
              <a:buSzTx/>
              <a:buFont typeface="Arial" panose="020B0604020202020204" pitchFamily="34" charset="0"/>
              <a:buNone/>
            </a:pPr>
            <a:r>
              <a:rPr lang="zh-CN" altLang="en-US" sz="1400"/>
              <a:t>专利名：基于大语言模型的事件关系推理演化方法、装置、设备以及存储介质</a:t>
            </a:r>
            <a:endParaRPr lang="zh-CN" altLang="en-US" sz="1400"/>
          </a:p>
          <a:p>
            <a:pPr indent="0" algn="l">
              <a:buClrTx/>
              <a:buSzTx/>
              <a:buFont typeface="Arial" panose="020B0604020202020204" pitchFamily="34" charset="0"/>
              <a:buNone/>
            </a:pPr>
            <a:r>
              <a:rPr lang="zh-CN" altLang="en-US" sz="1400"/>
              <a:t>公开号：</a:t>
            </a:r>
            <a:r>
              <a:rPr lang="en-US" altLang="zh-CN" sz="1400"/>
              <a:t>CN118394880A</a:t>
            </a:r>
            <a:endParaRPr lang="en-US" altLang="zh-CN" sz="1400"/>
          </a:p>
          <a:p>
            <a:pPr indent="0" algn="l">
              <a:buClrTx/>
              <a:buSzTx/>
              <a:buFont typeface="Arial" panose="020B0604020202020204" pitchFamily="34" charset="0"/>
              <a:buNone/>
            </a:pPr>
            <a:endParaRPr lang="zh-CN" altLang="en-US" sz="1400"/>
          </a:p>
          <a:p>
            <a:pPr indent="0" algn="l">
              <a:buClrTx/>
              <a:buSzTx/>
              <a:buFont typeface="Arial" panose="020B0604020202020204" pitchFamily="34" charset="0"/>
              <a:buNone/>
            </a:pPr>
            <a:r>
              <a:rPr lang="zh-CN" altLang="en-US" sz="1400"/>
              <a:t>摘要：本发明公开了一种基于大语言模型的事件关系推理演化方法、装置、设备以及存储介质，该方法通过构建事件触发词提取指令</a:t>
            </a:r>
            <a:r>
              <a:rPr lang="en-US" altLang="zh-CN" sz="1400"/>
              <a:t>‑</a:t>
            </a:r>
            <a:r>
              <a:rPr lang="zh-CN" altLang="en-US" sz="1400"/>
              <a:t>标签监督数据，利用大语言模型和微调实现事件触发词提取；构建多任务指令，统一事件关系推理任务；为每个细粒度事件关系推理任务学习相应的软提示，并设计协同融合机制提升事件关系推理性能；基于推理得到的事件关系，根据指令需求及语境学习生成事件关系链；利用大语言模型的世界知识，设计事件演化指令和语境学习，实现事件演化，预测事件的发展趋势，生成事件演化链；根据事件演化的结果进行风险评估，生成事件风险链。本发明增强了大语言模型进行事件关系推理时的泛化能力，可以根据不同的需求指令实现多种事件关系推理任务，提高了事件关系推理的准确率。</a:t>
            </a:r>
            <a:endParaRPr lang="zh-CN" altLang="en-US" sz="1400"/>
          </a:p>
        </p:txBody>
      </p:sp>
      <p:sp>
        <p:nvSpPr>
          <p:cNvPr id="31" name="文本框 30"/>
          <p:cNvSpPr txBox="1"/>
          <p:nvPr/>
        </p:nvSpPr>
        <p:spPr>
          <a:xfrm>
            <a:off x="6306820" y="3311525"/>
            <a:ext cx="5885180" cy="2891790"/>
          </a:xfrm>
          <a:prstGeom prst="rect">
            <a:avLst/>
          </a:prstGeom>
          <a:noFill/>
        </p:spPr>
        <p:txBody>
          <a:bodyPr wrap="square" rtlCol="0" anchor="t">
            <a:spAutoFit/>
          </a:bodyPr>
          <a:p>
            <a:pPr indent="0" algn="l">
              <a:buClrTx/>
              <a:buSzTx/>
              <a:buFont typeface="Arial" panose="020B0604020202020204" pitchFamily="34" charset="0"/>
              <a:buNone/>
            </a:pPr>
            <a:r>
              <a:rPr lang="zh-CN" altLang="en-US" sz="1400"/>
              <a:t>专利名：一种基于大模型思维链的生产</a:t>
            </a:r>
            <a:r>
              <a:rPr lang="en-US" altLang="zh-CN" sz="1400"/>
              <a:t>-</a:t>
            </a:r>
            <a:r>
              <a:rPr lang="zh-CN" altLang="en-US" sz="1400"/>
              <a:t>测试代码协同演化方法</a:t>
            </a:r>
            <a:endParaRPr lang="zh-CN" altLang="en-US" sz="1400"/>
          </a:p>
          <a:p>
            <a:pPr indent="0" algn="l">
              <a:buClrTx/>
              <a:buSzTx/>
              <a:buFont typeface="Arial" panose="020B0604020202020204" pitchFamily="34" charset="0"/>
              <a:buNone/>
            </a:pPr>
            <a:r>
              <a:rPr lang="zh-CN" altLang="en-US" sz="1400"/>
              <a:t>公开号：</a:t>
            </a:r>
            <a:r>
              <a:rPr lang="en-US" altLang="zh-CN" sz="1400"/>
              <a:t>CN118331859A</a:t>
            </a:r>
            <a:endParaRPr lang="en-US" altLang="zh-CN" sz="1400"/>
          </a:p>
          <a:p>
            <a:pPr indent="0" algn="l">
              <a:buClrTx/>
              <a:buSzTx/>
              <a:buFont typeface="Arial" panose="020B0604020202020204" pitchFamily="34" charset="0"/>
              <a:buNone/>
            </a:pPr>
            <a:endParaRPr lang="en-US" altLang="zh-CN" sz="1400"/>
          </a:p>
          <a:p>
            <a:pPr indent="0" algn="l">
              <a:buClrTx/>
              <a:buSzTx/>
              <a:buFont typeface="Arial" panose="020B0604020202020204" pitchFamily="34" charset="0"/>
              <a:buNone/>
            </a:pPr>
            <a:r>
              <a:rPr lang="zh-CN" altLang="en-US" sz="1400"/>
              <a:t>摘要：本发明公开了一种基于大模型思维链的生产</a:t>
            </a:r>
            <a:r>
              <a:rPr lang="en-US" altLang="zh-CN" sz="1400"/>
              <a:t>‑</a:t>
            </a:r>
            <a:r>
              <a:rPr lang="zh-CN" altLang="en-US" sz="1400"/>
              <a:t>测试代码协同演化方法，从远程代码仓库中利用生产</a:t>
            </a:r>
            <a:r>
              <a:rPr lang="en-US" altLang="zh-CN" sz="1400"/>
              <a:t>‑</a:t>
            </a:r>
            <a:r>
              <a:rPr lang="zh-CN" altLang="en-US" sz="1400"/>
              <a:t>测试协同演化的特征挖掘协同演化的历史数据，构建生产</a:t>
            </a:r>
            <a:r>
              <a:rPr lang="en-US" altLang="zh-CN" sz="1400"/>
              <a:t>‑</a:t>
            </a:r>
            <a:r>
              <a:rPr lang="zh-CN" altLang="en-US" sz="1400"/>
              <a:t>测试协同演化对；利用</a:t>
            </a:r>
            <a:r>
              <a:rPr lang="en-US" altLang="zh-CN" sz="1400"/>
              <a:t>RAG</a:t>
            </a:r>
            <a:r>
              <a:rPr lang="zh-CN" altLang="en-US" sz="1400"/>
              <a:t>技术对对演化对中的生产和测试代码进行代码切分、代码嵌入和向量存储等操作构建本地向量库，作为检索器的知识库；搭建</a:t>
            </a:r>
            <a:r>
              <a:rPr lang="en-US" altLang="zh-CN" sz="1400"/>
              <a:t>Agent</a:t>
            </a:r>
            <a:r>
              <a:rPr lang="zh-CN" altLang="en-US" sz="1400"/>
              <a:t>模型，编写并优化提示词模板；最后，当项目中的生产代码发生变更时，将生产代码在知识库中进行相似度匹配，将高相似度样本与代码一起输入到提示词模板，并输入到大模型中，返回的测试代码替换项目环境中的原始测试代码，执行测试，如果能覆盖率生产代码并通过测试则停止，否则将测试结果反馈给大模型，重新生成测试代码，并不断迭代。</a:t>
            </a:r>
            <a:endParaRPr lang="zh-CN" altLang="en-US"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smtClean="0"/>
              <a:t>03 </a:t>
            </a:r>
            <a:r>
              <a:rPr kumimoji="1" lang="zh-CN" altLang="en-US" dirty="0" smtClean="0"/>
              <a:t>解决的技术问题 </a:t>
            </a:r>
            <a:r>
              <a:rPr kumimoji="1" lang="en-US" altLang="zh-CN" dirty="0" smtClean="0"/>
              <a:t>&amp; 04 </a:t>
            </a:r>
            <a:r>
              <a:rPr kumimoji="1" lang="zh-CN" altLang="en-US" dirty="0" smtClean="0"/>
              <a:t>相应改进</a:t>
            </a:r>
            <a:r>
              <a:rPr kumimoji="1" lang="zh-CN" altLang="en-US" dirty="0"/>
              <a:t>手段</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20年可追溯，人机料法环大数据"/>
          <p:cNvSpPr txBox="1"/>
          <p:nvPr/>
        </p:nvSpPr>
        <p:spPr>
          <a:xfrm>
            <a:off x="567798" y="769341"/>
            <a:ext cx="8438179" cy="369332"/>
          </a:xfrm>
          <a:prstGeom prst="rect">
            <a:avLst/>
          </a:prstGeom>
          <a:ln w="12700">
            <a:miter lim="400000"/>
          </a:ln>
        </p:spPr>
        <p:txBody>
          <a:bodyPr wrap="square" lIns="60960" tIns="60960" rIns="60960" bIns="60960">
            <a:spAutoFit/>
          </a:bodyPr>
          <a:lstStyle>
            <a:lvl1pPr marL="457200" indent="-457200" algn="l" defTabSz="1219200">
              <a:defRPr sz="3200" b="0">
                <a:solidFill>
                  <a:srgbClr val="14239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defTabSz="609600">
              <a:defRPr sz="3200" b="0">
                <a:solidFill>
                  <a:srgbClr val="121B9C"/>
                </a:solidFill>
                <a:latin typeface="Helvetica"/>
                <a:ea typeface="Helvetica"/>
                <a:cs typeface="Helvetica"/>
                <a:sym typeface="Helvetica"/>
              </a:defRPr>
            </a:pPr>
            <a:r>
              <a:rPr lang="zh-CN" altLang="en-US" sz="1600" dirty="0" smtClean="0">
                <a:solidFill>
                  <a:srgbClr val="898989"/>
                </a:solidFill>
                <a:latin typeface="微软雅黑" panose="020B0503020204020204" charset="-122"/>
                <a:ea typeface="微软雅黑" panose="020B0503020204020204" charset="-122"/>
                <a:cs typeface="微软雅黑" panose="020B0503020204020204" charset="-122"/>
              </a:rPr>
              <a:t>简要描述基于存在的问题、检索的现有技术，本方案解决的所有技术问题以及采用的手段</a:t>
            </a:r>
            <a:endParaRPr lang="zh-CN" altLang="en-US" sz="1600" dirty="0">
              <a:solidFill>
                <a:srgbClr val="898989"/>
              </a:solidFill>
              <a:latin typeface="微软雅黑" panose="020B0503020204020204" charset="-122"/>
              <a:ea typeface="微软雅黑" panose="020B0503020204020204" charset="-122"/>
              <a:cs typeface="微软雅黑" panose="020B0503020204020204" charset="-122"/>
            </a:endParaRPr>
          </a:p>
        </p:txBody>
      </p:sp>
      <p:sp>
        <p:nvSpPr>
          <p:cNvPr id="8" name="文本占位符 5"/>
          <p:cNvSpPr txBox="1"/>
          <p:nvPr/>
        </p:nvSpPr>
        <p:spPr>
          <a:xfrm>
            <a:off x="6366815" y="2687216"/>
            <a:ext cx="5298607" cy="3157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9" name="文本占位符 5"/>
          <p:cNvSpPr txBox="1"/>
          <p:nvPr/>
        </p:nvSpPr>
        <p:spPr>
          <a:xfrm>
            <a:off x="6568751" y="2444620"/>
            <a:ext cx="5078011"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1" name="文本占位符 5"/>
          <p:cNvSpPr txBox="1"/>
          <p:nvPr/>
        </p:nvSpPr>
        <p:spPr>
          <a:xfrm>
            <a:off x="6329492" y="2444620"/>
            <a:ext cx="5298607"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3"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
        <p:nvSpPr>
          <p:cNvPr id="3" name="文本框 2"/>
          <p:cNvSpPr txBox="1"/>
          <p:nvPr/>
        </p:nvSpPr>
        <p:spPr>
          <a:xfrm>
            <a:off x="638355" y="1180100"/>
            <a:ext cx="10915290" cy="4246245"/>
          </a:xfrm>
          <a:prstGeom prst="rect">
            <a:avLst/>
          </a:prstGeom>
          <a:noFill/>
        </p:spPr>
        <p:txBody>
          <a:bodyPr wrap="square" rtlCol="0">
            <a:spAutoFit/>
          </a:bodyPr>
          <a:p>
            <a:pPr>
              <a:lnSpc>
                <a:spcPct val="125000"/>
              </a:lnSpc>
            </a:pPr>
            <a:r>
              <a:rPr lang="zh-CN" altLang="en-US" dirty="0" smtClean="0"/>
              <a:t>技术问题</a:t>
            </a:r>
            <a:r>
              <a:rPr lang="en-US" altLang="zh-CN" dirty="0" smtClean="0"/>
              <a:t>1</a:t>
            </a:r>
            <a:r>
              <a:rPr lang="zh-CN" altLang="en-US" dirty="0" smtClean="0"/>
              <a:t>：</a:t>
            </a:r>
            <a:r>
              <a:rPr lang="zh-CN" altLang="en-US" b="1">
                <a:sym typeface="+mn-ea"/>
              </a:rPr>
              <a:t>缺乏对算子间协同效应的建模与利用</a:t>
            </a:r>
            <a:endParaRPr lang="en-US" altLang="zh-CN" dirty="0" smtClean="0"/>
          </a:p>
          <a:p>
            <a:pPr>
              <a:lnSpc>
                <a:spcPct val="125000"/>
              </a:lnSpc>
            </a:pPr>
            <a:r>
              <a:rPr lang="zh-CN" altLang="en-US" dirty="0" smtClean="0"/>
              <a:t>相应改进手段：</a:t>
            </a:r>
            <a:r>
              <a:rPr lang="zh-CN" altLang="en-US">
                <a:sym typeface="+mn-ea"/>
              </a:rPr>
              <a:t>基于</a:t>
            </a:r>
            <a:r>
              <a:rPr lang="en-US" altLang="zh-CN">
                <a:sym typeface="+mn-ea"/>
              </a:rPr>
              <a:t>LLM</a:t>
            </a:r>
            <a:r>
              <a:rPr lang="zh-CN" altLang="en-US">
                <a:sym typeface="+mn-ea"/>
              </a:rPr>
              <a:t>驱动的多算子协同进化</a:t>
            </a:r>
            <a:endParaRPr lang="en-US" altLang="zh-CN" dirty="0" smtClean="0"/>
          </a:p>
          <a:p>
            <a:pPr>
              <a:lnSpc>
                <a:spcPct val="125000"/>
              </a:lnSpc>
            </a:pPr>
            <a:endParaRPr lang="en-US" altLang="zh-CN" dirty="0" smtClean="0"/>
          </a:p>
          <a:p>
            <a:pPr>
              <a:lnSpc>
                <a:spcPct val="125000"/>
              </a:lnSpc>
            </a:pPr>
            <a:r>
              <a:rPr lang="zh-CN" altLang="en-US" dirty="0" smtClean="0"/>
              <a:t>技术问题</a:t>
            </a:r>
            <a:r>
              <a:rPr lang="en-US" altLang="zh-CN" dirty="0" smtClean="0"/>
              <a:t>2</a:t>
            </a:r>
            <a:r>
              <a:rPr lang="zh-CN" altLang="en-US" dirty="0" smtClean="0"/>
              <a:t>：</a:t>
            </a:r>
            <a:r>
              <a:rPr lang="zh-CN" altLang="en-US" b="1">
                <a:sym typeface="+mn-ea"/>
              </a:rPr>
              <a:t>算子贡献度不均衡且难以持续保持高效</a:t>
            </a:r>
            <a:endParaRPr lang="en-US" altLang="zh-CN" dirty="0" smtClean="0"/>
          </a:p>
          <a:p>
            <a:pPr>
              <a:lnSpc>
                <a:spcPct val="125000"/>
              </a:lnSpc>
            </a:pPr>
            <a:r>
              <a:rPr lang="zh-CN" altLang="en-US" dirty="0" smtClean="0"/>
              <a:t>相应改进手段：</a:t>
            </a:r>
            <a:r>
              <a:rPr lang="zh-CN" altLang="en-US">
                <a:sym typeface="+mn-ea"/>
              </a:rPr>
              <a:t>多算子搜索控制机制</a:t>
            </a:r>
            <a:endParaRPr lang="en-US" altLang="zh-CN" dirty="0" smtClean="0"/>
          </a:p>
          <a:p>
            <a:pPr>
              <a:lnSpc>
                <a:spcPct val="125000"/>
              </a:lnSpc>
            </a:pPr>
            <a:endParaRPr lang="en-US" altLang="zh-CN" dirty="0" smtClean="0"/>
          </a:p>
          <a:p>
            <a:pPr>
              <a:lnSpc>
                <a:spcPct val="125000"/>
              </a:lnSpc>
            </a:pPr>
            <a:r>
              <a:rPr lang="zh-CN" altLang="en-US" dirty="0" smtClean="0"/>
              <a:t>技术问题</a:t>
            </a:r>
            <a:r>
              <a:rPr lang="en-US" altLang="zh-CN" dirty="0"/>
              <a:t>3</a:t>
            </a:r>
            <a:r>
              <a:rPr lang="zh-CN" altLang="en-US" dirty="0" smtClean="0"/>
              <a:t>：</a:t>
            </a:r>
            <a:r>
              <a:rPr lang="zh-CN" altLang="en-US" b="1">
                <a:sym typeface="+mn-ea"/>
              </a:rPr>
              <a:t>算子组合依赖人工经验，难以实现自动设计与进化</a:t>
            </a:r>
            <a:endParaRPr lang="en-US" altLang="zh-CN" dirty="0" smtClean="0"/>
          </a:p>
          <a:p>
            <a:pPr>
              <a:lnSpc>
                <a:spcPct val="125000"/>
              </a:lnSpc>
            </a:pPr>
            <a:r>
              <a:rPr lang="zh-CN" altLang="en-US" dirty="0" smtClean="0"/>
              <a:t>相应改进手段：</a:t>
            </a:r>
            <a:r>
              <a:rPr lang="zh-CN" altLang="en-US">
                <a:sym typeface="+mn-ea"/>
              </a:rPr>
              <a:t>基于</a:t>
            </a:r>
            <a:r>
              <a:rPr lang="en-US" altLang="zh-CN">
                <a:sym typeface="+mn-ea"/>
              </a:rPr>
              <a:t>LLM</a:t>
            </a:r>
            <a:r>
              <a:rPr lang="zh-CN" altLang="en-US">
                <a:sym typeface="+mn-ea"/>
              </a:rPr>
              <a:t>的算子算子组合自动设计</a:t>
            </a:r>
            <a:endParaRPr lang="zh-CN" altLang="en-US"/>
          </a:p>
          <a:p>
            <a:pPr>
              <a:lnSpc>
                <a:spcPct val="125000"/>
              </a:lnSpc>
            </a:pPr>
            <a:endParaRPr lang="en-US" altLang="zh-CN" dirty="0" smtClean="0"/>
          </a:p>
          <a:p>
            <a:pPr>
              <a:lnSpc>
                <a:spcPct val="125000"/>
              </a:lnSpc>
            </a:pPr>
            <a:endParaRPr lang="en-US" altLang="zh-CN" dirty="0" smtClean="0"/>
          </a:p>
          <a:p>
            <a:pPr>
              <a:lnSpc>
                <a:spcPct val="125000"/>
              </a:lnSpc>
            </a:pPr>
            <a:endParaRPr lang="en-US" altLang="zh-CN" dirty="0"/>
          </a:p>
          <a:p>
            <a:pPr>
              <a:lnSpc>
                <a:spcPct val="125000"/>
              </a:lnSpc>
            </a:pP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5" y="186056"/>
            <a:ext cx="11121422" cy="513416"/>
          </a:xfrm>
        </p:spPr>
        <p:txBody>
          <a:bodyPr>
            <a:normAutofit fontScale="90000"/>
          </a:bodyPr>
          <a:lstStyle/>
          <a:p>
            <a:r>
              <a:rPr kumimoji="1" lang="en-US" altLang="zh-CN" dirty="0" smtClean="0"/>
              <a:t>05 </a:t>
            </a:r>
            <a:r>
              <a:rPr kumimoji="1" lang="zh-CN" altLang="en-US" dirty="0" smtClean="0"/>
              <a:t>改进手段的详细描述</a:t>
            </a:r>
            <a:br>
              <a:rPr kumimoji="1" lang="zh-CN" altLang="en-US" dirty="0" smtClean="0"/>
            </a:br>
            <a:br>
              <a:rPr kumimoji="1" lang="zh-CN" altLang="en-US" dirty="0" smtClean="0"/>
            </a:br>
            <a:r>
              <a:rPr lang="zh-CN" altLang="en-US" sz="2000">
                <a:solidFill>
                  <a:schemeClr val="tx1"/>
                </a:solidFill>
                <a:latin typeface="+mn-lt"/>
                <a:ea typeface="+mn-ea"/>
                <a:cs typeface="+mn-cs"/>
              </a:rPr>
              <a:t>1）基</a:t>
            </a:r>
            <a:r>
              <a:rPr lang="zh-CN" altLang="en-US" sz="2000">
                <a:solidFill>
                  <a:schemeClr val="tx1"/>
                </a:solidFill>
                <a:latin typeface="+mn-lt"/>
                <a:ea typeface="+mn-ea"/>
                <a:cs typeface="+mn-cs"/>
                <a:sym typeface="+mn-ea"/>
              </a:rPr>
              <a:t>于LLM的算子算子组合自动设计</a:t>
            </a:r>
            <a:endParaRPr lang="zh-CN" altLang="en-US" sz="2000">
              <a:solidFill>
                <a:schemeClr val="tx1"/>
              </a:solidFill>
              <a:latin typeface="+mn-lt"/>
              <a:ea typeface="+mn-ea"/>
              <a:cs typeface="+mn-cs"/>
              <a:sym typeface="+mn-ea"/>
            </a:endParaRPr>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8" name="文本占位符 5"/>
          <p:cNvSpPr txBox="1"/>
          <p:nvPr/>
        </p:nvSpPr>
        <p:spPr>
          <a:xfrm>
            <a:off x="6366815" y="2687216"/>
            <a:ext cx="5298607" cy="3157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9" name="文本占位符 5"/>
          <p:cNvSpPr txBox="1"/>
          <p:nvPr/>
        </p:nvSpPr>
        <p:spPr>
          <a:xfrm>
            <a:off x="6568751" y="2444620"/>
            <a:ext cx="5078011"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1" name="文本占位符 5"/>
          <p:cNvSpPr txBox="1"/>
          <p:nvPr/>
        </p:nvSpPr>
        <p:spPr>
          <a:xfrm>
            <a:off x="6329492" y="2444620"/>
            <a:ext cx="5298607"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3"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graphicFrame>
        <p:nvGraphicFramePr>
          <p:cNvPr id="3" name="对象 2"/>
          <p:cNvGraphicFramePr/>
          <p:nvPr/>
        </p:nvGraphicFramePr>
        <p:xfrm>
          <a:off x="4263390" y="186055"/>
          <a:ext cx="7825105" cy="1708785"/>
        </p:xfrm>
        <a:graphic>
          <a:graphicData uri="http://schemas.openxmlformats.org/presentationml/2006/ole">
            <mc:AlternateContent xmlns:mc="http://schemas.openxmlformats.org/markup-compatibility/2006">
              <mc:Choice xmlns:v="urn:schemas-microsoft-com:vml" Requires="v">
                <p:oleObj spid="_x0000_s6" name="" r:id="rId1" imgW="8004175" imgH="1771015" progId="Visio.Drawing.15">
                  <p:embed/>
                </p:oleObj>
              </mc:Choice>
              <mc:Fallback>
                <p:oleObj name="" r:id="rId1" imgW="8004175" imgH="1771015" progId="Visio.Drawing.15">
                  <p:embed/>
                  <p:pic>
                    <p:nvPicPr>
                      <p:cNvPr id="0" name="图片 5"/>
                      <p:cNvPicPr/>
                      <p:nvPr/>
                    </p:nvPicPr>
                    <p:blipFill>
                      <a:blip r:embed="rId2"/>
                      <a:stretch>
                        <a:fillRect/>
                      </a:stretch>
                    </p:blipFill>
                    <p:spPr>
                      <a:xfrm>
                        <a:off x="4263390" y="186055"/>
                        <a:ext cx="7825105" cy="1708785"/>
                      </a:xfrm>
                      <a:prstGeom prst="rect">
                        <a:avLst/>
                      </a:prstGeom>
                    </p:spPr>
                  </p:pic>
                </p:oleObj>
              </mc:Fallback>
            </mc:AlternateContent>
          </a:graphicData>
        </a:graphic>
      </p:graphicFrame>
      <p:sp>
        <p:nvSpPr>
          <p:cNvPr id="4" name="矩形 3"/>
          <p:cNvSpPr/>
          <p:nvPr/>
        </p:nvSpPr>
        <p:spPr>
          <a:xfrm>
            <a:off x="4263390" y="111125"/>
            <a:ext cx="2820670" cy="997585"/>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0" y="1894840"/>
            <a:ext cx="6774180" cy="4707890"/>
          </a:xfrm>
          <a:prstGeom prst="rect">
            <a:avLst/>
          </a:prstGeom>
          <a:noFill/>
        </p:spPr>
        <p:txBody>
          <a:bodyPr wrap="square" rtlCol="0">
            <a:spAutoFit/>
          </a:bodyPr>
          <a:p>
            <a:r>
              <a:rPr lang="en-US" altLang="zh-CN"/>
              <a:t>1. </a:t>
            </a:r>
            <a:r>
              <a:rPr lang="zh-CN" altLang="en-US"/>
              <a:t>个体编码的多作用域</a:t>
            </a:r>
            <a:r>
              <a:rPr lang="zh-CN" altLang="en-US"/>
              <a:t>划分</a:t>
            </a:r>
            <a:endParaRPr lang="zh-CN" altLang="en-US"/>
          </a:p>
          <a:p>
            <a:pPr marL="285750" indent="-285750">
              <a:buFont typeface="Arial" panose="020B0604020202020204" pitchFamily="34" charset="0"/>
              <a:buChar char="•"/>
            </a:pPr>
            <a:r>
              <a:rPr lang="zh-CN" altLang="en-US" sz="1600"/>
              <a:t>针对复杂优化问题中个体编码的多样性与结构异质性，本发明首先对个体编码进行系统性分析，识别其内部的变量组成、层级关系及功能分布。</a:t>
            </a:r>
            <a:endParaRPr lang="zh-CN" altLang="en-US" sz="1600"/>
          </a:p>
          <a:p>
            <a:pPr marL="285750" indent="-285750">
              <a:buFont typeface="Arial" panose="020B0604020202020204" pitchFamily="34" charset="0"/>
              <a:buChar char="•"/>
            </a:pPr>
            <a:r>
              <a:rPr lang="zh-CN" altLang="en-US" sz="1600"/>
              <a:t>每个子作用域对应不同的搜索目标或变量类型，例如连续变量区间、离散排列区段或约束子结构等。</a:t>
            </a:r>
            <a:endParaRPr lang="zh-CN" altLang="en-US" sz="1600"/>
          </a:p>
          <a:p>
            <a:endParaRPr lang="zh-CN" altLang="en-US"/>
          </a:p>
          <a:p>
            <a:r>
              <a:rPr lang="en-US" altLang="zh-CN"/>
              <a:t>2. </a:t>
            </a:r>
            <a:r>
              <a:rPr lang="zh-CN" altLang="en-US"/>
              <a:t>多作用域的</a:t>
            </a:r>
            <a:r>
              <a:rPr lang="en-US" altLang="zh-CN"/>
              <a:t>prompt</a:t>
            </a:r>
            <a:r>
              <a:rPr lang="zh-CN" altLang="en-US"/>
              <a:t>生成</a:t>
            </a:r>
            <a:endParaRPr lang="zh-CN" altLang="en-US"/>
          </a:p>
          <a:p>
            <a:pPr marL="285750" indent="-285750" algn="l">
              <a:buClrTx/>
              <a:buSzTx/>
              <a:buFont typeface="Arial" panose="020B0604020202020204" pitchFamily="34" charset="0"/>
              <a:buChar char="•"/>
            </a:pPr>
            <a:r>
              <a:rPr lang="zh-CN" altLang="en-US" sz="1600"/>
              <a:t>基于结构特征的Prompt构造方法，用以引导大语言模型（如GPT类模型）针对各作用域自动生成特定算子。</a:t>
            </a:r>
            <a:endParaRPr lang="zh-CN" altLang="en-US" sz="1600"/>
          </a:p>
          <a:p>
            <a:pPr marL="285750" indent="-285750" algn="l">
              <a:buClrTx/>
              <a:buSzTx/>
              <a:buFont typeface="Arial" panose="020B0604020202020204" pitchFamily="34" charset="0"/>
              <a:buChar char="•"/>
            </a:pPr>
            <a:r>
              <a:rPr lang="zh-CN" altLang="en-US" sz="1600"/>
              <a:t>该机制通过提取每个作用域的结构信息，包括但不限于变量类型（连续/离散）、编码维度、约束条件、目标函数影响范围等多维度内容。</a:t>
            </a:r>
            <a:endParaRPr lang="zh-CN" altLang="en-US" sz="1600"/>
          </a:p>
          <a:p>
            <a:endParaRPr lang="zh-CN" altLang="en-US"/>
          </a:p>
          <a:p>
            <a:r>
              <a:rPr lang="en-US" altLang="zh-CN"/>
              <a:t>3. </a:t>
            </a:r>
            <a:r>
              <a:rPr lang="zh-CN" altLang="en-US"/>
              <a:t>多算子组合自动</a:t>
            </a:r>
            <a:r>
              <a:rPr lang="zh-CN" altLang="en-US"/>
              <a:t>设计</a:t>
            </a:r>
            <a:endParaRPr lang="zh-CN" altLang="en-US"/>
          </a:p>
          <a:p>
            <a:pPr marL="285750" indent="-285750">
              <a:buFont typeface="Arial" panose="020B0604020202020204" pitchFamily="34" charset="0"/>
              <a:buChar char="•"/>
            </a:pPr>
            <a:r>
              <a:rPr lang="zh-CN" altLang="en-US" sz="1600"/>
              <a:t>将各作用域下生成的算子系统化整合，形成具备明确边界、职责划分与协作方式的多算子执行体系。</a:t>
            </a:r>
            <a:endParaRPr lang="zh-CN" altLang="en-US" sz="1600"/>
          </a:p>
          <a:p>
            <a:pPr marL="285750" indent="-285750">
              <a:buFont typeface="Arial" panose="020B0604020202020204" pitchFamily="34" charset="0"/>
              <a:buChar char="•"/>
            </a:pPr>
            <a:r>
              <a:rPr lang="zh-CN" altLang="en-US" sz="1600"/>
              <a:t>系统设计中显式规定各算子的适用范围、输入输出结构、冲突规避机制与配合接口，从而保障整体系统的协调性与鲁棒性。</a:t>
            </a:r>
            <a:endParaRPr lang="zh-CN" altLang="en-US" sz="1600"/>
          </a:p>
          <a:p>
            <a:endParaRPr lang="zh-CN" altLang="en-US"/>
          </a:p>
        </p:txBody>
      </p:sp>
      <p:graphicFrame>
        <p:nvGraphicFramePr>
          <p:cNvPr id="14" name="对象 13"/>
          <p:cNvGraphicFramePr/>
          <p:nvPr/>
        </p:nvGraphicFramePr>
        <p:xfrm>
          <a:off x="7240270" y="2256790"/>
          <a:ext cx="4766945" cy="3673475"/>
        </p:xfrm>
        <a:graphic>
          <a:graphicData uri="http://schemas.openxmlformats.org/presentationml/2006/ole">
            <mc:AlternateContent xmlns:mc="http://schemas.openxmlformats.org/markup-compatibility/2006">
              <mc:Choice xmlns:v="urn:schemas-microsoft-com:vml" Requires="v">
                <p:oleObj spid="_x0000_s15" name="" r:id="rId3" imgW="2910840" imgH="2247265" progId="Visio.Drawing.15">
                  <p:embed/>
                </p:oleObj>
              </mc:Choice>
              <mc:Fallback>
                <p:oleObj name="" r:id="rId3" imgW="2910840" imgH="2247265" progId="Visio.Drawing.15">
                  <p:embed/>
                  <p:pic>
                    <p:nvPicPr>
                      <p:cNvPr id="0" name="图片 10"/>
                      <p:cNvPicPr/>
                      <p:nvPr/>
                    </p:nvPicPr>
                    <p:blipFill>
                      <a:blip r:embed="rId4"/>
                      <a:stretch>
                        <a:fillRect/>
                      </a:stretch>
                    </p:blipFill>
                    <p:spPr>
                      <a:xfrm>
                        <a:off x="7240270" y="2256790"/>
                        <a:ext cx="4766945" cy="3673475"/>
                      </a:xfrm>
                      <a:prstGeom prst="rect">
                        <a:avLst/>
                      </a:prstGeom>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5" y="111126"/>
            <a:ext cx="11121422" cy="513416"/>
          </a:xfrm>
        </p:spPr>
        <p:txBody>
          <a:bodyPr>
            <a:normAutofit fontScale="90000"/>
          </a:bodyPr>
          <a:lstStyle/>
          <a:p>
            <a:r>
              <a:rPr kumimoji="1" lang="en-US" altLang="zh-CN" dirty="0" smtClean="0"/>
              <a:t>05 </a:t>
            </a:r>
            <a:r>
              <a:rPr kumimoji="1" lang="zh-CN" altLang="en-US" dirty="0" smtClean="0"/>
              <a:t>改进手段的详细描述</a:t>
            </a:r>
            <a:br>
              <a:rPr kumimoji="1" lang="zh-CN" altLang="en-US" dirty="0" smtClean="0"/>
            </a:br>
            <a:br>
              <a:rPr kumimoji="1" lang="zh-CN" altLang="en-US" dirty="0" smtClean="0"/>
            </a:br>
            <a:r>
              <a:rPr lang="zh-CN" altLang="en-US" sz="2000">
                <a:solidFill>
                  <a:schemeClr val="tx1"/>
                </a:solidFill>
                <a:latin typeface="+mn-lt"/>
                <a:ea typeface="+mn-ea"/>
                <a:cs typeface="+mn-cs"/>
                <a:sym typeface="+mn-ea"/>
              </a:rPr>
              <a:t>2）多算子搜索控制机制</a:t>
            </a:r>
            <a:endParaRPr lang="zh-CN" altLang="en-US" sz="2000">
              <a:solidFill>
                <a:schemeClr val="tx1"/>
              </a:solidFill>
              <a:latin typeface="+mn-lt"/>
              <a:ea typeface="+mn-ea"/>
              <a:cs typeface="+mn-cs"/>
            </a:endParaRPr>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8" name="文本占位符 5"/>
          <p:cNvSpPr txBox="1"/>
          <p:nvPr/>
        </p:nvSpPr>
        <p:spPr>
          <a:xfrm>
            <a:off x="6366815" y="2687216"/>
            <a:ext cx="5298607" cy="3157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9" name="文本占位符 5"/>
          <p:cNvSpPr txBox="1"/>
          <p:nvPr/>
        </p:nvSpPr>
        <p:spPr>
          <a:xfrm>
            <a:off x="6568751" y="2444620"/>
            <a:ext cx="5078011"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1" name="文本占位符 5"/>
          <p:cNvSpPr txBox="1"/>
          <p:nvPr/>
        </p:nvSpPr>
        <p:spPr>
          <a:xfrm>
            <a:off x="6329492" y="2444620"/>
            <a:ext cx="5298607"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3"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graphicFrame>
        <p:nvGraphicFramePr>
          <p:cNvPr id="3" name="对象 2"/>
          <p:cNvGraphicFramePr/>
          <p:nvPr/>
        </p:nvGraphicFramePr>
        <p:xfrm>
          <a:off x="4263390" y="186055"/>
          <a:ext cx="7825105" cy="1708785"/>
        </p:xfrm>
        <a:graphic>
          <a:graphicData uri="http://schemas.openxmlformats.org/presentationml/2006/ole">
            <mc:AlternateContent xmlns:mc="http://schemas.openxmlformats.org/markup-compatibility/2006">
              <mc:Choice xmlns:v="urn:schemas-microsoft-com:vml" Requires="v">
                <p:oleObj spid="_x0000_s6" name="" r:id="rId1" imgW="8004175" imgH="1771015" progId="Visio.Drawing.15">
                  <p:embed/>
                </p:oleObj>
              </mc:Choice>
              <mc:Fallback>
                <p:oleObj name="" r:id="rId1" imgW="8004175" imgH="1771015" progId="Visio.Drawing.15">
                  <p:embed/>
                  <p:pic>
                    <p:nvPicPr>
                      <p:cNvPr id="0" name="图片 5"/>
                      <p:cNvPicPr/>
                      <p:nvPr/>
                    </p:nvPicPr>
                    <p:blipFill>
                      <a:blip r:embed="rId2"/>
                      <a:stretch>
                        <a:fillRect/>
                      </a:stretch>
                    </p:blipFill>
                    <p:spPr>
                      <a:xfrm>
                        <a:off x="4263390" y="186055"/>
                        <a:ext cx="7825105" cy="1708785"/>
                      </a:xfrm>
                      <a:prstGeom prst="rect">
                        <a:avLst/>
                      </a:prstGeom>
                    </p:spPr>
                  </p:pic>
                </p:oleObj>
              </mc:Fallback>
            </mc:AlternateContent>
          </a:graphicData>
        </a:graphic>
      </p:graphicFrame>
      <p:sp>
        <p:nvSpPr>
          <p:cNvPr id="4" name="矩形 3"/>
          <p:cNvSpPr/>
          <p:nvPr/>
        </p:nvSpPr>
        <p:spPr>
          <a:xfrm>
            <a:off x="5539105" y="1108075"/>
            <a:ext cx="5196840" cy="786765"/>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0" y="1894840"/>
            <a:ext cx="7240270" cy="3446145"/>
          </a:xfrm>
          <a:prstGeom prst="rect">
            <a:avLst/>
          </a:prstGeom>
          <a:noFill/>
        </p:spPr>
        <p:txBody>
          <a:bodyPr wrap="square" rtlCol="0">
            <a:spAutoFit/>
          </a:bodyPr>
          <a:p>
            <a:r>
              <a:rPr lang="en-US" altLang="zh-CN"/>
              <a:t>1. </a:t>
            </a:r>
            <a:r>
              <a:rPr lang="zh-CN" altLang="en-US"/>
              <a:t>多算子搜索优先级</a:t>
            </a:r>
            <a:r>
              <a:rPr lang="zh-CN" altLang="en-US"/>
              <a:t>初始化</a:t>
            </a:r>
            <a:endParaRPr lang="zh-CN" altLang="en-US"/>
          </a:p>
          <a:p>
            <a:pPr marL="285750" indent="-285750">
              <a:buFont typeface="Arial" panose="020B0604020202020204" pitchFamily="34" charset="0"/>
              <a:buChar char="•"/>
            </a:pPr>
            <a:r>
              <a:rPr lang="zh-CN" altLang="en-US" sz="1600"/>
              <a:t>预定义的多个搜索算子设定相同的初始搜索优先级与初始可分配搜索代数。</a:t>
            </a:r>
            <a:endParaRPr lang="zh-CN" altLang="en-US" sz="1600"/>
          </a:p>
          <a:p>
            <a:pPr marL="285750" indent="-285750">
              <a:buFont typeface="Arial" panose="020B0604020202020204" pitchFamily="34" charset="0"/>
              <a:buChar char="•"/>
            </a:pPr>
            <a:r>
              <a:rPr lang="zh-CN" altLang="en-US" sz="1600"/>
              <a:t>使所有算子在优化早期具有等概率、等周期的使用机会，确保搜索初期的探索性与公平性。</a:t>
            </a:r>
            <a:endParaRPr lang="zh-CN" altLang="en-US" sz="1600"/>
          </a:p>
          <a:p>
            <a:pPr marL="285750" indent="-285750">
              <a:buFont typeface="Arial" panose="020B0604020202020204" pitchFamily="34" charset="0"/>
              <a:buChar char="•"/>
            </a:pPr>
            <a:endParaRPr lang="zh-CN" altLang="en-US"/>
          </a:p>
          <a:p>
            <a:r>
              <a:rPr lang="en-US" altLang="zh-CN"/>
              <a:t>2. </a:t>
            </a:r>
            <a:r>
              <a:rPr lang="zh-CN" altLang="en-US"/>
              <a:t>多算子搜索优先级自适应</a:t>
            </a:r>
            <a:r>
              <a:rPr lang="zh-CN" altLang="en-US"/>
              <a:t>调整</a:t>
            </a:r>
            <a:endParaRPr lang="zh-CN" altLang="en-US"/>
          </a:p>
          <a:p>
            <a:pPr marL="285750" indent="-285750" algn="l">
              <a:buClrTx/>
              <a:buSzTx/>
              <a:buFont typeface="Arial" panose="020B0604020202020204" pitchFamily="34" charset="0"/>
              <a:buChar char="•"/>
            </a:pPr>
            <a:r>
              <a:rPr lang="zh-CN" altLang="en-US" sz="1600"/>
              <a:t>随着优化过程的进行，本机制对每轮迭代中各个算子的实际表现进行评估，增加或降低各个算子的搜索优先级</a:t>
            </a:r>
            <a:endParaRPr lang="zh-CN" altLang="en-US" sz="1600"/>
          </a:p>
          <a:p>
            <a:pPr marL="285750" indent="-285750" algn="l">
              <a:buClrTx/>
              <a:buSzTx/>
              <a:buFont typeface="Arial" panose="020B0604020202020204" pitchFamily="34" charset="0"/>
              <a:buChar char="•"/>
            </a:pPr>
            <a:r>
              <a:rPr lang="zh-CN" altLang="en-US" sz="1600"/>
              <a:t>评价指标：算子质量提升幅度、算子多样性、搜索收敛性、稳定性。</a:t>
            </a:r>
            <a:endParaRPr lang="zh-CN" altLang="en-US" sz="1600"/>
          </a:p>
          <a:p>
            <a:pPr marL="285750" indent="-285750" algn="l">
              <a:buClrTx/>
              <a:buSzTx/>
              <a:buFont typeface="Arial" panose="020B0604020202020204" pitchFamily="34" charset="0"/>
              <a:buChar char="•"/>
            </a:pPr>
            <a:endParaRPr lang="zh-CN" altLang="en-US"/>
          </a:p>
          <a:p>
            <a:r>
              <a:rPr lang="en-US" altLang="zh-CN"/>
              <a:t>3. </a:t>
            </a:r>
            <a:r>
              <a:rPr lang="zh-CN" altLang="en-US"/>
              <a:t>资源调度与反馈循环</a:t>
            </a:r>
            <a:endParaRPr lang="zh-CN" altLang="en-US"/>
          </a:p>
          <a:p>
            <a:pPr marL="285750" indent="-285750">
              <a:buFont typeface="Arial" panose="020B0604020202020204" pitchFamily="34" charset="0"/>
              <a:buChar char="•"/>
            </a:pPr>
            <a:r>
              <a:rPr lang="zh-CN" altLang="en-US" sz="1600"/>
              <a:t>搜索优先级决定算子的搜索资源</a:t>
            </a:r>
            <a:r>
              <a:rPr lang="zh-CN" altLang="en-US" sz="1600"/>
              <a:t>量。</a:t>
            </a:r>
            <a:endParaRPr lang="zh-CN" altLang="en-US" sz="1600"/>
          </a:p>
          <a:p>
            <a:pPr marL="285750" indent="-285750">
              <a:buFont typeface="Arial" panose="020B0604020202020204" pitchFamily="34" charset="0"/>
              <a:buChar char="•"/>
            </a:pPr>
            <a:r>
              <a:rPr lang="zh-CN" altLang="en-US" sz="1600"/>
              <a:t>根据评价指标，自适应调整</a:t>
            </a:r>
            <a:r>
              <a:rPr lang="zh-CN" altLang="en-US" sz="1600"/>
              <a:t>优先级。</a:t>
            </a:r>
            <a:endParaRPr lang="zh-CN" altLang="en-US" sz="1600"/>
          </a:p>
        </p:txBody>
      </p:sp>
      <p:graphicFrame>
        <p:nvGraphicFramePr>
          <p:cNvPr id="14" name="对象 13"/>
          <p:cNvGraphicFramePr/>
          <p:nvPr/>
        </p:nvGraphicFramePr>
        <p:xfrm>
          <a:off x="7436485" y="2092325"/>
          <a:ext cx="4479290" cy="4278630"/>
        </p:xfrm>
        <a:graphic>
          <a:graphicData uri="http://schemas.openxmlformats.org/presentationml/2006/ole">
            <mc:AlternateContent xmlns:mc="http://schemas.openxmlformats.org/markup-compatibility/2006">
              <mc:Choice xmlns:v="urn:schemas-microsoft-com:vml" Requires="v">
                <p:oleObj spid="_x0000_s15" name="" r:id="rId3" imgW="3811905" imgH="3638550" progId="Visio.Drawing.15">
                  <p:embed/>
                </p:oleObj>
              </mc:Choice>
              <mc:Fallback>
                <p:oleObj name="" r:id="rId3" imgW="3811905" imgH="3638550" progId="Visio.Drawing.15">
                  <p:embed/>
                  <p:pic>
                    <p:nvPicPr>
                      <p:cNvPr id="0" name="图片 11"/>
                      <p:cNvPicPr/>
                      <p:nvPr/>
                    </p:nvPicPr>
                    <p:blipFill>
                      <a:blip r:embed="rId4"/>
                      <a:stretch>
                        <a:fillRect/>
                      </a:stretch>
                    </p:blipFill>
                    <p:spPr>
                      <a:xfrm>
                        <a:off x="7436485" y="2092325"/>
                        <a:ext cx="4479290" cy="4278630"/>
                      </a:xfrm>
                      <a:prstGeom prst="rect">
                        <a:avLst/>
                      </a:prstGeom>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5" y="74296"/>
            <a:ext cx="11121422" cy="513416"/>
          </a:xfrm>
        </p:spPr>
        <p:txBody>
          <a:bodyPr>
            <a:normAutofit fontScale="90000"/>
          </a:bodyPr>
          <a:lstStyle/>
          <a:p>
            <a:r>
              <a:rPr kumimoji="1" lang="en-US" altLang="zh-CN" dirty="0" smtClean="0"/>
              <a:t>05 </a:t>
            </a:r>
            <a:r>
              <a:rPr kumimoji="1" lang="zh-CN" altLang="en-US" dirty="0" smtClean="0"/>
              <a:t>改进手段的详细描述</a:t>
            </a:r>
            <a:br>
              <a:rPr kumimoji="1" lang="zh-CN" altLang="en-US" dirty="0" smtClean="0"/>
            </a:br>
            <a:br>
              <a:rPr kumimoji="1" lang="zh-CN" altLang="en-US" dirty="0" smtClean="0"/>
            </a:br>
            <a:r>
              <a:rPr lang="zh-CN" altLang="en-US" sz="2000">
                <a:solidFill>
                  <a:schemeClr val="tx1"/>
                </a:solidFill>
                <a:latin typeface="+mn-lt"/>
                <a:ea typeface="+mn-ea"/>
                <a:cs typeface="+mn-cs"/>
              </a:rPr>
              <a:t>3）</a:t>
            </a:r>
            <a:r>
              <a:rPr lang="zh-CN" altLang="en-US" sz="2000">
                <a:solidFill>
                  <a:schemeClr val="tx1"/>
                </a:solidFill>
                <a:latin typeface="+mn-lt"/>
                <a:ea typeface="+mn-ea"/>
                <a:cs typeface="+mn-cs"/>
                <a:sym typeface="+mn-ea"/>
              </a:rPr>
              <a:t>基于LLM驱动的多算子协同进化</a:t>
            </a:r>
            <a:endParaRPr lang="zh-CN" altLang="en-US" sz="2000">
              <a:solidFill>
                <a:schemeClr val="tx1"/>
              </a:solidFill>
              <a:latin typeface="+mn-lt"/>
              <a:ea typeface="+mn-ea"/>
              <a:cs typeface="+mn-cs"/>
            </a:endParaRPr>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8" name="文本占位符 5"/>
          <p:cNvSpPr txBox="1"/>
          <p:nvPr/>
        </p:nvSpPr>
        <p:spPr>
          <a:xfrm>
            <a:off x="6366815" y="2687216"/>
            <a:ext cx="5298607" cy="3157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9" name="文本占位符 5"/>
          <p:cNvSpPr txBox="1"/>
          <p:nvPr/>
        </p:nvSpPr>
        <p:spPr>
          <a:xfrm>
            <a:off x="6568751" y="2444620"/>
            <a:ext cx="5078011"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1" name="文本占位符 5"/>
          <p:cNvSpPr txBox="1"/>
          <p:nvPr/>
        </p:nvSpPr>
        <p:spPr>
          <a:xfrm>
            <a:off x="6329492" y="2444620"/>
            <a:ext cx="5298607"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3"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graphicFrame>
        <p:nvGraphicFramePr>
          <p:cNvPr id="3" name="对象 2"/>
          <p:cNvGraphicFramePr/>
          <p:nvPr/>
        </p:nvGraphicFramePr>
        <p:xfrm>
          <a:off x="4263390" y="186055"/>
          <a:ext cx="7825105" cy="1708785"/>
        </p:xfrm>
        <a:graphic>
          <a:graphicData uri="http://schemas.openxmlformats.org/presentationml/2006/ole">
            <mc:AlternateContent xmlns:mc="http://schemas.openxmlformats.org/markup-compatibility/2006">
              <mc:Choice xmlns:v="urn:schemas-microsoft-com:vml" Requires="v">
                <p:oleObj spid="_x0000_s6" name="" r:id="rId1" imgW="8004175" imgH="1771015" progId="Visio.Drawing.15">
                  <p:embed/>
                </p:oleObj>
              </mc:Choice>
              <mc:Fallback>
                <p:oleObj name="" r:id="rId1" imgW="8004175" imgH="1771015" progId="Visio.Drawing.15">
                  <p:embed/>
                  <p:pic>
                    <p:nvPicPr>
                      <p:cNvPr id="0" name="图片 5"/>
                      <p:cNvPicPr/>
                      <p:nvPr/>
                    </p:nvPicPr>
                    <p:blipFill>
                      <a:blip r:embed="rId2"/>
                      <a:stretch>
                        <a:fillRect/>
                      </a:stretch>
                    </p:blipFill>
                    <p:spPr>
                      <a:xfrm>
                        <a:off x="4263390" y="186055"/>
                        <a:ext cx="7825105" cy="1708785"/>
                      </a:xfrm>
                      <a:prstGeom prst="rect">
                        <a:avLst/>
                      </a:prstGeom>
                    </p:spPr>
                  </p:pic>
                </p:oleObj>
              </mc:Fallback>
            </mc:AlternateContent>
          </a:graphicData>
        </a:graphic>
      </p:graphicFrame>
      <p:sp>
        <p:nvSpPr>
          <p:cNvPr id="4" name="矩形 3"/>
          <p:cNvSpPr/>
          <p:nvPr/>
        </p:nvSpPr>
        <p:spPr>
          <a:xfrm>
            <a:off x="7014845" y="186055"/>
            <a:ext cx="5074285" cy="860425"/>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0" y="1437640"/>
            <a:ext cx="7240270" cy="4892675"/>
          </a:xfrm>
          <a:prstGeom prst="rect">
            <a:avLst/>
          </a:prstGeom>
          <a:noFill/>
        </p:spPr>
        <p:txBody>
          <a:bodyPr wrap="square" rtlCol="0">
            <a:spAutoFit/>
          </a:bodyPr>
          <a:p>
            <a:r>
              <a:rPr lang="en-US" altLang="zh-CN"/>
              <a:t>1. </a:t>
            </a:r>
            <a:r>
              <a:rPr lang="zh-CN" altLang="en-US"/>
              <a:t>坐标轮换法选择进化算子</a:t>
            </a:r>
            <a:endParaRPr lang="zh-CN" altLang="en-US"/>
          </a:p>
          <a:p>
            <a:pPr marL="285750" indent="-285750">
              <a:buFont typeface="Arial" panose="020B0604020202020204" pitchFamily="34" charset="0"/>
              <a:buChar char="•"/>
            </a:pPr>
            <a:r>
              <a:rPr lang="zh-CN" altLang="en-US" sz="1600"/>
              <a:t>将多算子组合中的各个子算子视为搜索空间中的独立“坐标维度”，在搜索过程中轮流激活。</a:t>
            </a:r>
            <a:endParaRPr lang="zh-CN" altLang="en-US" sz="1600"/>
          </a:p>
          <a:p>
            <a:pPr marL="285750" indent="-285750">
              <a:buFont typeface="Arial" panose="020B0604020202020204" pitchFamily="34" charset="0"/>
              <a:buChar char="•"/>
            </a:pPr>
            <a:r>
              <a:rPr lang="zh-CN" altLang="en-US" sz="1600"/>
              <a:t>每次优化中仅允许一个子算子对解空间进行操作，其余算子保持固定不动，形成分阶段、有序的搜索模式。</a:t>
            </a:r>
            <a:endParaRPr lang="zh-CN" altLang="en-US" sz="1600"/>
          </a:p>
          <a:p>
            <a:pPr marL="285750" indent="-285750">
              <a:buFont typeface="Arial" panose="020B0604020202020204" pitchFamily="34" charset="0"/>
              <a:buChar char="•"/>
            </a:pPr>
            <a:endParaRPr lang="zh-CN" altLang="en-US" sz="1600"/>
          </a:p>
          <a:p>
            <a:r>
              <a:rPr lang="zh-CN" altLang="en-US"/>
              <a:t>2. LLM语义指导的局部算子优化</a:t>
            </a:r>
            <a:endParaRPr lang="zh-CN" altLang="en-US"/>
          </a:p>
          <a:p>
            <a:pPr marL="285750" indent="-285750">
              <a:buFont typeface="Arial" panose="020B0604020202020204" pitchFamily="34" charset="0"/>
              <a:buChar char="•"/>
            </a:pPr>
            <a:r>
              <a:rPr lang="zh-CN" altLang="en-US" sz="1600"/>
              <a:t>对算子的语义结构进行深度理解并生成新的结构变体。</a:t>
            </a:r>
            <a:endParaRPr lang="zh-CN" altLang="en-US" sz="1600"/>
          </a:p>
          <a:p>
            <a:pPr marL="285750" indent="-285750">
              <a:buFont typeface="Arial" panose="020B0604020202020204" pitchFamily="34" charset="0"/>
              <a:buChar char="•"/>
            </a:pPr>
            <a:r>
              <a:rPr lang="zh-CN" altLang="en-US" sz="1600"/>
              <a:t>生成的算子具备语义一致性与逻辑可执行性，可直接替换原有算子并嵌入优化过程。</a:t>
            </a:r>
            <a:endParaRPr lang="zh-CN" altLang="en-US" sz="1600"/>
          </a:p>
          <a:p>
            <a:pPr marL="285750" indent="-285750" algn="l">
              <a:buClrTx/>
              <a:buSzTx/>
              <a:buFont typeface="Arial" panose="020B0604020202020204" pitchFamily="34" charset="0"/>
              <a:buChar char="•"/>
            </a:pPr>
            <a:endParaRPr lang="zh-CN" altLang="en-US" sz="1600"/>
          </a:p>
          <a:p>
            <a:pPr indent="0" algn="l">
              <a:buClrTx/>
              <a:buSzTx/>
              <a:buFont typeface="Arial" panose="020B0604020202020204" pitchFamily="34" charset="0"/>
              <a:buNone/>
            </a:pPr>
            <a:r>
              <a:rPr lang="zh-CN" altLang="en-US"/>
              <a:t>3. 子算子并行优化与评估</a:t>
            </a:r>
            <a:endParaRPr lang="zh-CN" altLang="en-US"/>
          </a:p>
          <a:p>
            <a:pPr marL="285750" indent="-285750" algn="l">
              <a:buClrTx/>
              <a:buSzTx/>
              <a:buFont typeface="Arial" panose="020B0604020202020204" pitchFamily="34" charset="0"/>
              <a:buChar char="•"/>
            </a:pPr>
            <a:r>
              <a:rPr lang="zh-CN" altLang="en-US" sz="1600"/>
              <a:t>综合考虑算子优先级和搜索使用的资源，调整下一轮搜索的优先级。</a:t>
            </a:r>
            <a:endParaRPr lang="zh-CN" altLang="en-US" sz="1600"/>
          </a:p>
          <a:p>
            <a:pPr indent="0" algn="l">
              <a:buClrTx/>
              <a:buSzTx/>
              <a:buFont typeface="Arial" panose="020B0604020202020204" pitchFamily="34" charset="0"/>
              <a:buNone/>
            </a:pPr>
            <a:endParaRPr lang="zh-CN" altLang="en-US" sz="1600"/>
          </a:p>
          <a:p>
            <a:pPr indent="0" algn="l">
              <a:buClrTx/>
              <a:buSzTx/>
              <a:buFont typeface="Arial" panose="020B0604020202020204" pitchFamily="34" charset="0"/>
              <a:buNone/>
            </a:pPr>
            <a:r>
              <a:rPr lang="zh-CN" altLang="en-US" sz="1800"/>
              <a:t>4. 算子组合更新与协同策略演化机制</a:t>
            </a:r>
            <a:endParaRPr lang="zh-CN" altLang="en-US" sz="1800"/>
          </a:p>
          <a:p>
            <a:pPr marL="285750" indent="-285750" algn="l">
              <a:buClrTx/>
              <a:buSzTx/>
              <a:buFont typeface="Arial" panose="020B0604020202020204" pitchFamily="34" charset="0"/>
              <a:buChar char="•"/>
            </a:pPr>
            <a:r>
              <a:rPr lang="zh-CN" altLang="en-US" sz="1600"/>
              <a:t>当</a:t>
            </a:r>
            <a:r>
              <a:rPr lang="zh-CN" altLang="en-US" sz="1600"/>
              <a:t>LLM生成的新算子变体被替换进入当前算子组合后，系统将在后续搜索过程中持续评估其实际性能表现。</a:t>
            </a:r>
            <a:endParaRPr lang="zh-CN" altLang="en-US" sz="1600"/>
          </a:p>
          <a:p>
            <a:pPr marL="285750" indent="-285750" algn="l">
              <a:buClrTx/>
              <a:buSzTx/>
              <a:buFont typeface="Arial" panose="020B0604020202020204" pitchFamily="34" charset="0"/>
              <a:buChar char="•"/>
            </a:pPr>
            <a:r>
              <a:rPr lang="zh-CN" altLang="en-US" sz="1600"/>
              <a:t>包括：新算子对搜索目标的改进程度；算子引入后的解质量与稳定性变化；其与其他算子的协同效果及整体贡献度。</a:t>
            </a:r>
            <a:endParaRPr lang="zh-CN" altLang="en-US" sz="1600"/>
          </a:p>
        </p:txBody>
      </p:sp>
      <p:graphicFrame>
        <p:nvGraphicFramePr>
          <p:cNvPr id="14" name="对象 13"/>
          <p:cNvGraphicFramePr/>
          <p:nvPr/>
        </p:nvGraphicFramePr>
        <p:xfrm>
          <a:off x="7529195" y="2132965"/>
          <a:ext cx="4355465" cy="4654550"/>
        </p:xfrm>
        <a:graphic>
          <a:graphicData uri="http://schemas.openxmlformats.org/presentationml/2006/ole">
            <mc:AlternateContent xmlns:mc="http://schemas.openxmlformats.org/markup-compatibility/2006">
              <mc:Choice xmlns:v="urn:schemas-microsoft-com:vml" Requires="v">
                <p:oleObj spid="_x0000_s15" name="" r:id="rId3" imgW="3811905" imgH="4069715" progId="Visio.Drawing.15">
                  <p:embed/>
                </p:oleObj>
              </mc:Choice>
              <mc:Fallback>
                <p:oleObj name="" r:id="rId3" imgW="3811905" imgH="4069715" progId="Visio.Drawing.15">
                  <p:embed/>
                  <p:pic>
                    <p:nvPicPr>
                      <p:cNvPr id="0" name="图片 11"/>
                      <p:cNvPicPr/>
                      <p:nvPr/>
                    </p:nvPicPr>
                    <p:blipFill>
                      <a:blip r:embed="rId4"/>
                      <a:stretch>
                        <a:fillRect/>
                      </a:stretch>
                    </p:blipFill>
                    <p:spPr>
                      <a:xfrm>
                        <a:off x="7529195" y="2132965"/>
                        <a:ext cx="4355465" cy="4654550"/>
                      </a:xfrm>
                      <a:prstGeom prst="rect">
                        <a:avLst/>
                      </a:prstGeom>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smtClean="0"/>
              <a:t>06 </a:t>
            </a:r>
            <a:r>
              <a:rPr kumimoji="1" lang="zh-CN" altLang="en-US" dirty="0" smtClean="0"/>
              <a:t>扩展</a:t>
            </a:r>
            <a:r>
              <a:rPr kumimoji="1" lang="en-US" altLang="zh-CN" dirty="0" smtClean="0"/>
              <a:t>/</a:t>
            </a:r>
            <a:r>
              <a:rPr kumimoji="1" lang="zh-CN" altLang="en-US" dirty="0" smtClean="0"/>
              <a:t>替换方案</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20年可追溯，人机料法环大数据"/>
          <p:cNvSpPr txBox="1"/>
          <p:nvPr/>
        </p:nvSpPr>
        <p:spPr>
          <a:xfrm>
            <a:off x="567798" y="769341"/>
            <a:ext cx="8696972" cy="369332"/>
          </a:xfrm>
          <a:prstGeom prst="rect">
            <a:avLst/>
          </a:prstGeom>
          <a:ln w="12700">
            <a:miter lim="400000"/>
          </a:ln>
        </p:spPr>
        <p:txBody>
          <a:bodyPr wrap="square" lIns="60960" tIns="60960" rIns="60960" bIns="60960">
            <a:spAutoFit/>
          </a:bodyPr>
          <a:lstStyle>
            <a:lvl1pPr marL="457200" indent="-457200" algn="l" defTabSz="1219200">
              <a:defRPr sz="3200" b="0">
                <a:solidFill>
                  <a:srgbClr val="14239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defTabSz="609600">
              <a:defRPr sz="3200" b="0">
                <a:solidFill>
                  <a:srgbClr val="121B9C"/>
                </a:solidFill>
                <a:latin typeface="Helvetica"/>
                <a:ea typeface="Helvetica"/>
                <a:cs typeface="Helvetica"/>
                <a:sym typeface="Helvetica"/>
              </a:defRPr>
            </a:pPr>
            <a:r>
              <a:rPr lang="zh-CN" altLang="en-US" sz="1600" dirty="0" smtClean="0">
                <a:solidFill>
                  <a:srgbClr val="898989"/>
                </a:solidFill>
                <a:latin typeface="微软雅黑" panose="020B0503020204020204" charset="-122"/>
                <a:ea typeface="微软雅黑" panose="020B0503020204020204" charset="-122"/>
                <a:cs typeface="微软雅黑" panose="020B0503020204020204" charset="-122"/>
              </a:rPr>
              <a:t>图文结合描述每个改进手段的扩展、可替换手段</a:t>
            </a:r>
            <a:endParaRPr lang="zh-CN" altLang="en-US" sz="1600" dirty="0">
              <a:solidFill>
                <a:srgbClr val="898989"/>
              </a:solidFill>
              <a:latin typeface="微软雅黑" panose="020B0503020204020204" charset="-122"/>
              <a:ea typeface="微软雅黑" panose="020B0503020204020204" charset="-122"/>
              <a:cs typeface="微软雅黑" panose="020B0503020204020204" charset="-122"/>
            </a:endParaRPr>
          </a:p>
        </p:txBody>
      </p:sp>
      <p:sp>
        <p:nvSpPr>
          <p:cNvPr id="8" name="文本占位符 5"/>
          <p:cNvSpPr txBox="1"/>
          <p:nvPr/>
        </p:nvSpPr>
        <p:spPr>
          <a:xfrm>
            <a:off x="6366815" y="2687216"/>
            <a:ext cx="5298607" cy="3157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9" name="文本占位符 5"/>
          <p:cNvSpPr txBox="1"/>
          <p:nvPr/>
        </p:nvSpPr>
        <p:spPr>
          <a:xfrm>
            <a:off x="6568751" y="2444620"/>
            <a:ext cx="5078011"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3"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
        <p:nvSpPr>
          <p:cNvPr id="4" name="文本框 3"/>
          <p:cNvSpPr txBox="1"/>
          <p:nvPr/>
        </p:nvSpPr>
        <p:spPr>
          <a:xfrm>
            <a:off x="544195" y="1221105"/>
            <a:ext cx="8211820" cy="2584450"/>
          </a:xfrm>
          <a:prstGeom prst="rect">
            <a:avLst/>
          </a:prstGeom>
          <a:noFill/>
        </p:spPr>
        <p:txBody>
          <a:bodyPr wrap="square" rtlCol="0" anchor="t">
            <a:spAutoFit/>
          </a:bodyPr>
          <a:p>
            <a:r>
              <a:rPr lang="en-US" altLang="zh-CN">
                <a:sym typeface="+mn-ea"/>
              </a:rPr>
              <a:t>1</a:t>
            </a:r>
            <a:r>
              <a:rPr lang="zh-CN" altLang="en-US">
                <a:sym typeface="+mn-ea"/>
              </a:rPr>
              <a:t>）基于</a:t>
            </a:r>
            <a:r>
              <a:rPr lang="en-US" altLang="zh-CN">
                <a:sym typeface="+mn-ea"/>
              </a:rPr>
              <a:t>LLM</a:t>
            </a:r>
            <a:r>
              <a:rPr lang="zh-CN" altLang="en-US">
                <a:sym typeface="+mn-ea"/>
              </a:rPr>
              <a:t>的算子算子组合自动设计</a:t>
            </a:r>
            <a:endParaRPr lang="zh-CN" altLang="en-US">
              <a:sym typeface="+mn-ea"/>
            </a:endParaRPr>
          </a:p>
          <a:p>
            <a:r>
              <a:rPr lang="zh-CN" altLang="en-US">
                <a:sym typeface="+mn-ea"/>
              </a:rPr>
              <a:t>采用遗传变成（</a:t>
            </a:r>
            <a:r>
              <a:rPr lang="en-US" altLang="zh-CN">
                <a:sym typeface="+mn-ea"/>
              </a:rPr>
              <a:t>Genetic Programming</a:t>
            </a:r>
            <a:r>
              <a:rPr lang="zh-CN" altLang="en-US">
                <a:sym typeface="+mn-ea"/>
              </a:rPr>
              <a:t>）等传统的自动算法设计</a:t>
            </a:r>
            <a:r>
              <a:rPr lang="zh-CN" altLang="en-US">
                <a:sym typeface="+mn-ea"/>
              </a:rPr>
              <a:t>技术</a:t>
            </a:r>
            <a:endParaRPr lang="zh-CN" altLang="en-US">
              <a:sym typeface="+mn-ea"/>
            </a:endParaRPr>
          </a:p>
          <a:p>
            <a:endParaRPr lang="zh-CN" altLang="en-US">
              <a:sym typeface="+mn-ea"/>
            </a:endParaRPr>
          </a:p>
          <a:p>
            <a:r>
              <a:rPr lang="en-US" altLang="zh-CN">
                <a:sym typeface="+mn-ea"/>
              </a:rPr>
              <a:t>2</a:t>
            </a:r>
            <a:r>
              <a:rPr lang="zh-CN" altLang="en-US">
                <a:sym typeface="+mn-ea"/>
              </a:rPr>
              <a:t>）多算子搜索控制机制</a:t>
            </a:r>
            <a:endParaRPr lang="zh-CN" altLang="en-US">
              <a:sym typeface="+mn-ea"/>
            </a:endParaRPr>
          </a:p>
          <a:p>
            <a:r>
              <a:rPr lang="zh-CN" altLang="en-US"/>
              <a:t>根据业务需要，采用基于多目标函数字典序的方式评估、更新算子的</a:t>
            </a:r>
            <a:r>
              <a:rPr lang="zh-CN" altLang="en-US"/>
              <a:t>优先级</a:t>
            </a:r>
            <a:endParaRPr lang="zh-CN" altLang="en-US"/>
          </a:p>
          <a:p>
            <a:endParaRPr lang="zh-CN" altLang="en-US">
              <a:sym typeface="+mn-ea"/>
            </a:endParaRPr>
          </a:p>
          <a:p>
            <a:r>
              <a:rPr lang="en-US" altLang="zh-CN">
                <a:sym typeface="+mn-ea"/>
              </a:rPr>
              <a:t>3</a:t>
            </a:r>
            <a:r>
              <a:rPr lang="zh-CN" altLang="en-US">
                <a:sym typeface="+mn-ea"/>
              </a:rPr>
              <a:t>）基于</a:t>
            </a:r>
            <a:r>
              <a:rPr lang="en-US" altLang="zh-CN">
                <a:sym typeface="+mn-ea"/>
              </a:rPr>
              <a:t>LLM</a:t>
            </a:r>
            <a:r>
              <a:rPr lang="zh-CN" altLang="en-US">
                <a:sym typeface="+mn-ea"/>
              </a:rPr>
              <a:t>驱动的多算子协同进化</a:t>
            </a:r>
            <a:endParaRPr lang="zh-CN" altLang="en-US"/>
          </a:p>
          <a:p>
            <a:r>
              <a:rPr lang="zh-CN" altLang="en-US">
                <a:sym typeface="+mn-ea"/>
              </a:rPr>
              <a:t>每个算子独立搜索，构成算子种群，在该种群中搜索最优的算子组合</a:t>
            </a:r>
            <a:endParaRPr lang="zh-CN" altLang="en-US">
              <a:sym typeface="+mn-ea"/>
            </a:endParaRPr>
          </a:p>
          <a:p>
            <a:endParaRPr lang="zh-CN" altLang="en-US">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QR 代码&#10;&#10;描述已自动生成"/>
          <p:cNvPicPr>
            <a:picLocks noChangeAspect="1"/>
          </p:cNvPicPr>
          <p:nvPr/>
        </p:nvPicPr>
        <p:blipFill>
          <a:blip r:embed="rId1"/>
          <a:stretch>
            <a:fillRect/>
          </a:stretch>
        </p:blipFill>
        <p:spPr>
          <a:xfrm>
            <a:off x="10439399" y="5157787"/>
            <a:ext cx="1133475" cy="1133475"/>
          </a:xfrm>
          <a:prstGeom prst="rect">
            <a:avLst/>
          </a:prstGeom>
        </p:spPr>
      </p:pic>
    </p:spTree>
  </p:cSld>
  <p:clrMapOvr>
    <a:masterClrMapping/>
  </p:clrMapOvr>
</p:sld>
</file>

<file path=ppt/theme/theme1.xml><?xml version="1.0" encoding="utf-8"?>
<a:theme xmlns:a="http://schemas.openxmlformats.org/drawingml/2006/main" name="常规封面样式">
  <a:themeElements>
    <a:clrScheme name="自定义 1">
      <a:dk1>
        <a:srgbClr val="000000"/>
      </a:dk1>
      <a:lt1>
        <a:srgbClr val="FFFFFF"/>
      </a:lt1>
      <a:dk2>
        <a:srgbClr val="20272A"/>
      </a:dk2>
      <a:lt2>
        <a:srgbClr val="DDE1E6"/>
      </a:lt2>
      <a:accent1>
        <a:srgbClr val="0028AA"/>
      </a:accent1>
      <a:accent2>
        <a:srgbClr val="001964"/>
      </a:accent2>
      <a:accent3>
        <a:srgbClr val="00A5FF"/>
      </a:accent3>
      <a:accent4>
        <a:srgbClr val="FF2841"/>
      </a:accent4>
      <a:accent5>
        <a:srgbClr val="FFC841"/>
      </a:accent5>
      <a:accent6>
        <a:srgbClr val="00C86E"/>
      </a:accent6>
      <a:hlink>
        <a:srgbClr val="0064FF"/>
      </a:hlink>
      <a:folHlink>
        <a:srgbClr val="687078"/>
      </a:folHlink>
    </a:clrScheme>
    <a:fontScheme name="自定义 2">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辅助识别-封面版式">
  <a:themeElements>
    <a:clrScheme name="自定义 1">
      <a:dk1>
        <a:srgbClr val="000000"/>
      </a:dk1>
      <a:lt1>
        <a:srgbClr val="FFFFFF"/>
      </a:lt1>
      <a:dk2>
        <a:srgbClr val="20272A"/>
      </a:dk2>
      <a:lt2>
        <a:srgbClr val="DDE1E6"/>
      </a:lt2>
      <a:accent1>
        <a:srgbClr val="0028AA"/>
      </a:accent1>
      <a:accent2>
        <a:srgbClr val="001964"/>
      </a:accent2>
      <a:accent3>
        <a:srgbClr val="00A5FF"/>
      </a:accent3>
      <a:accent4>
        <a:srgbClr val="FF2841"/>
      </a:accent4>
      <a:accent5>
        <a:srgbClr val="FFC841"/>
      </a:accent5>
      <a:accent6>
        <a:srgbClr val="00C86E"/>
      </a:accent6>
      <a:hlink>
        <a:srgbClr val="0064FF"/>
      </a:hlink>
      <a:folHlink>
        <a:srgbClr val="687078"/>
      </a:folHlink>
    </a:clrScheme>
    <a:fontScheme name="自定义 2">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内页模板样式">
  <a:themeElements>
    <a:clrScheme name="自定义 1">
      <a:dk1>
        <a:srgbClr val="000000"/>
      </a:dk1>
      <a:lt1>
        <a:srgbClr val="FFFFFF"/>
      </a:lt1>
      <a:dk2>
        <a:srgbClr val="20272A"/>
      </a:dk2>
      <a:lt2>
        <a:srgbClr val="DDE1E6"/>
      </a:lt2>
      <a:accent1>
        <a:srgbClr val="0028AA"/>
      </a:accent1>
      <a:accent2>
        <a:srgbClr val="001964"/>
      </a:accent2>
      <a:accent3>
        <a:srgbClr val="00A5FF"/>
      </a:accent3>
      <a:accent4>
        <a:srgbClr val="FF2841"/>
      </a:accent4>
      <a:accent5>
        <a:srgbClr val="FFC841"/>
      </a:accent5>
      <a:accent6>
        <a:srgbClr val="00C86E"/>
      </a:accent6>
      <a:hlink>
        <a:srgbClr val="0064FF"/>
      </a:hlink>
      <a:folHlink>
        <a:srgbClr val="687078"/>
      </a:folHlink>
    </a:clrScheme>
    <a:fontScheme name="自定义 2">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3775</Words>
  <Application>WPS 演示</Application>
  <PresentationFormat>宽屏</PresentationFormat>
  <Paragraphs>224</Paragraphs>
  <Slides>11</Slides>
  <Notes>0</Notes>
  <HiddenSlides>0</HiddenSlides>
  <MMClips>0</MMClips>
  <ScaleCrop>false</ScaleCrop>
  <HeadingPairs>
    <vt:vector size="8" baseType="variant">
      <vt:variant>
        <vt:lpstr>已用的字体</vt:lpstr>
      </vt:variant>
      <vt:variant>
        <vt:i4>13</vt:i4>
      </vt:variant>
      <vt:variant>
        <vt:lpstr>主题</vt:lpstr>
      </vt:variant>
      <vt:variant>
        <vt:i4>3</vt:i4>
      </vt:variant>
      <vt:variant>
        <vt:lpstr>嵌入 OLE 服务器</vt:lpstr>
      </vt:variant>
      <vt:variant>
        <vt:i4>6</vt:i4>
      </vt:variant>
      <vt:variant>
        <vt:lpstr>幻灯片标题</vt:lpstr>
      </vt:variant>
      <vt:variant>
        <vt:i4>11</vt:i4>
      </vt:variant>
    </vt:vector>
  </HeadingPairs>
  <TitlesOfParts>
    <vt:vector size="33" baseType="lpstr">
      <vt:lpstr>Arial</vt:lpstr>
      <vt:lpstr>宋体</vt:lpstr>
      <vt:lpstr>Wingdings</vt:lpstr>
      <vt:lpstr>Calibri</vt:lpstr>
      <vt:lpstr>Source Han Sans CN Bold Bold</vt:lpstr>
      <vt:lpstr>Segoe Print</vt:lpstr>
      <vt:lpstr>微软雅黑</vt:lpstr>
      <vt:lpstr>Helvetica Neue Medium</vt:lpstr>
      <vt:lpstr>Source Han Sans CN Medium</vt:lpstr>
      <vt:lpstr>Helvetica</vt:lpstr>
      <vt:lpstr>Arial Black</vt:lpstr>
      <vt:lpstr>Arial Unicode MS</vt:lpstr>
      <vt:lpstr>等线</vt:lpstr>
      <vt:lpstr>常规封面样式</vt:lpstr>
      <vt:lpstr>辅助识别-封面版式</vt:lpstr>
      <vt:lpstr>内页模板样式</vt:lpstr>
      <vt:lpstr>Visio.Drawing.15</vt:lpstr>
      <vt:lpstr>Visio.Drawing.15</vt:lpstr>
      <vt:lpstr>Visio.Drawing.15</vt:lpstr>
      <vt:lpstr>Visio.Drawing.15</vt:lpstr>
      <vt:lpstr>Visio.Drawing.15</vt:lpstr>
      <vt:lpstr>Visio.Drawing.15</vt:lpstr>
      <vt:lpstr>提案名称</vt:lpstr>
      <vt:lpstr>PowerPoint 演示文稿</vt:lpstr>
      <vt:lpstr>01 方案信息</vt:lpstr>
      <vt:lpstr>02 背景技术</vt:lpstr>
      <vt:lpstr>02 背景技术</vt:lpstr>
      <vt:lpstr>03 解决的技术问题 &amp; 04 相应改进手段</vt:lpstr>
      <vt:lpstr>05 改进手段的详细描述（实施例1）</vt:lpstr>
      <vt:lpstr>05 改进手段的详细描述（实施例2）</vt:lpstr>
      <vt:lpstr>05 改进手段的详细描述（实施例3）</vt:lpstr>
      <vt:lpstr>06 扩展/替换方案</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WPS_1625219188</cp:lastModifiedBy>
  <cp:revision>231</cp:revision>
  <dcterms:created xsi:type="dcterms:W3CDTF">2020-05-19T10:39:00Z</dcterms:created>
  <dcterms:modified xsi:type="dcterms:W3CDTF">2025-08-07T13:30:16Z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7DD18302BA5C47AF821198A6F2108E1B_13</vt:lpwstr>
  </property>
  <property fmtid="{D5CDD505-2E9C-101B-9397-08002B2CF9AE}" pid="3" name="KSOProductBuildVer">
    <vt:lpwstr>2052-12.1.0.21915</vt:lpwstr>
  </property>
</Properties>
</file>